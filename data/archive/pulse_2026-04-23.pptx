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April 23,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Culinary Team Building in the Parkland office Yesterday we all enjoyed a Tartar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"Culinary Team Building in the Parkland office Yesterday we all enjoyed a Tartar echpochmak night when we cooked, laughed, and ate all together after a big work day! Huge thank you to for dreaming this up, for making it happen so seamlessly, and for keeping the energy high with the perfect playlist 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Oxana Drake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Happy Monday, everyone! This past Saturday, our Parkland office took part in the...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"Happy Monday, everyone! This past Saturday, our Parkland office took part in the Greatest American Cleanup event and spent the morning cleaning up Red Reef Park beach. It was a beautiful day by the ocean, and getting to do something meaningful together, with family in tow , made it even more special"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Oxana Drake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team! Important! Please ignore new notification from ! They should have been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team! Important! Please ignore new notification from ! They should have been disabled! Thank you"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Aleksei Gerasimov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Pavel Duniashev received 50× from Viktor Trykolenko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"Pavel Duniashev received 50× from Viktor Trykolenko"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Sergio-Yersi Villegas Agustin received 15× from Maxim Sinyaev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"Sergio-Yersi Villegas Agustin received 15× from Maxim Sinyaev"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