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March 16,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D700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Anna Kolyada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Thanks all!! 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D700"/>
                </a:solidFill>
                <a:latin typeface="Calibri"/>
              </a:defRPr>
            </a:pPr>
            <a:r>
              <a:t>Wishing you a wonderful day filled with joy and celebration!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🎉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6B6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Mikhail Ladutko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The team celebrates your special day with warm wishes!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6B6B"/>
                </a:solidFill>
                <a:latin typeface="Calibri"/>
              </a:defRPr>
            </a:pPr>
            <a:r>
              <a:t>Hope your birthday is filled with happiness and amazing moments!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Calibri"/>
              </a:defRPr>
            </a:pPr>
            <a:r>
              <a:t>🎈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DC4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Armaan Pandher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Let's pause the busy schedule, grab a slice of cake, and take a moment to appreciate how awesome you are. You bring so much light to our work with your ideas, humor, and dedication!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4ECDC4"/>
                </a:solidFill>
                <a:latin typeface="Calibri"/>
              </a:defRPr>
            </a:pPr>
            <a:r>
              <a:t>We're truly lucky to have you on the team. Here's to another year of success and adventures!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🏆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2C55E"/>
                </a:solidFill>
                <a:latin typeface="Calibri"/>
              </a:defRPr>
            </a:pPr>
            <a:r>
              <a:t>Innovation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22C55E"/>
                </a:solidFill>
                <a:latin typeface="Calibri"/>
              </a:defRPr>
            </a:pPr>
            <a:r>
              <a:t>Amazing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Non-engineering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Building Products at Lightning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Non-engineering teams have created so many useful tools, showing we're learning fast and moving in the right direction. This rapid innovation demonstrates our team's adaptability and creative problem-solving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"When we combine speed with smart engineering practices, we unlock incredible potential for growth and efficiency."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B5CF6"/>
                </a:solidFill>
                <a:latin typeface="Calibri"/>
              </a:defRPr>
            </a:pPr>
            <a:r>
              <a:t>Team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B5CF6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Gleb Krahotkin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Mykhailo Kukharskyi, Artem Pchelintsev, Mikita Dzianisevich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collaboration and problem-solving skills that drive results"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Calibri"/>
              </a:defRPr>
            </a:pPr>
            <a:r>
              <a:t>EXCELLENCE · TEAMWORK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🌟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Recognition 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9E0B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Iurii Kotov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Viktor Trykolenko, Artur Kipel, Miguel Perez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dedication and expertise that elevates our entire team performance"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Calibri"/>
              </a:defRPr>
            </a:pPr>
            <a:r>
              <a:t>COMMITMENT · EXPERTISE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⚡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C4899"/>
                </a:solidFill>
                <a:latin typeface="Calibri"/>
              </a:defRPr>
            </a:pPr>
            <a:r>
              <a:t>Excellence Recognized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C4899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Sasha Kononenko &amp; Michael Lotfy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Alexandr Babich, Issa Isahakyan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"Delivering outstanding results and demonstrating leadership in challenging projects"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C4899"/>
                </a:solidFill>
                <a:latin typeface="Calibri"/>
              </a:defRPr>
            </a:pPr>
            <a:r>
              <a:t>LEADERSHIP ·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🎯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B82F6"/>
                </a:solidFill>
                <a:latin typeface="Calibri"/>
              </a:defRPr>
            </a:pPr>
            <a:r>
              <a:t>Q1 Performance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3B82F6"/>
                </a:solidFill>
                <a:latin typeface="Calibri"/>
              </a:defRPr>
            </a:pPr>
            <a:r>
              <a:t>Historic 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Spend Discrepancy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Record-Low Spend Discrepancies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January marked historically minimal spend discrepancies, with automated LTV system launch planned in 12 weeks. Our TV Monkey model has been successfully deployed with forecast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📈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0B981"/>
                </a:solidFill>
                <a:latin typeface="Calibri"/>
              </a:defRPr>
            </a:pPr>
            <a:r>
              <a:t>UA Playbook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10B981"/>
                </a:solidFill>
                <a:latin typeface="Calibri"/>
              </a:defRPr>
            </a:pPr>
            <a:r>
              <a:t>New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Acquisition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Health Rate System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New health rate metric for UA activities developed with automated scorecards. The system includes lagging and leading indicators with mandatory CVLP tracking for improved acquisition efficiency.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"Smart automation combined with precise metrics creates sustainable growth advantages."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Calibri"/>
              </a:defRPr>
            </a:pPr>
            <a:r>
              <a:t>🚀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97316"/>
                </a:solidFill>
                <a:latin typeface="Calibri"/>
              </a:defRPr>
            </a:pPr>
            <a:r>
              <a:t>Gaming Division Breakthrough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97316"/>
                </a:solidFill>
                <a:latin typeface="Calibri"/>
              </a:defRPr>
            </a:pPr>
            <a:r>
              <a:t>Profitable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Gaming Division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Gaming Achieved Profitability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Our gaming division turned profitable in 2025, marking a major milestone in our diversification strategy. This success validates our long-term vision and investment in interactive entertainment.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🎮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B5CF6"/>
                </a:solidFill>
                <a:latin typeface="Calibri"/>
              </a:defRPr>
            </a:pPr>
            <a:r>
              <a:t>Retention Champions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8B5CF6"/>
                </a:solidFill>
                <a:latin typeface="Calibri"/>
              </a:defRPr>
            </a:pPr>
            <a:r>
              <a:t>61%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Product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Infinite Minesweeper Exceeds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Achieved 61% retention rate, surpassing Apple's ERA benchmark of 151-160%. Solitaire v540 delivered +21.67% D7 retention improvement, while Crossword exceeded 200% ROAS.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"When we focus on user experience and data-driven optimization, exceptional results follow."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🤖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6366F1"/>
                </a:solidFill>
                <a:latin typeface="Calibri"/>
              </a:defRPr>
            </a:pPr>
            <a:r>
              <a:t>AI Revolution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6366F1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Daily OKR Audits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Every Employee to Manage 5-10 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Within 3-6 months, every team member will manage 5-10 AI agents. Our OKR Auditor already checks 1,000+ individual OKRs daily, and Daria AI Bot saves $4k weekly analyzing app reviews.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Calibri"/>
              </a:defRPr>
            </a:pPr>
            <a:r>
              <a:t>🔒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C2626"/>
                </a:solidFill>
                <a:latin typeface="Calibri"/>
              </a:defRPr>
            </a:pPr>
            <a:r>
              <a:t>Security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DC2626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fraud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Fraud Slashed with Dynamic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Fraud reduced from 22% to under 4% using dynamic SDK signatures. This dramatic improvement protects our revenue and maintains trust with partners and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"Proactive security measures create sustainable competitive advantages and protect long-term growth."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💼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9669"/>
                </a:solidFill>
                <a:latin typeface="Calibri"/>
              </a:defRPr>
            </a:pPr>
            <a:r>
              <a:t>Sales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59669"/>
                </a:solidFill>
                <a:latin typeface="Calibri"/>
              </a:defRPr>
            </a:pPr>
            <a:r>
              <a:t>$390K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net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Sales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Exceptional Week Closes 8 Deals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Sales team delivered outstanding results with 8 deals closed generating $390k net revenue in one week. This performance demonstrates our strong market position and effective sales processes.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"Consistent execution and relationship building drive remarkable business outcomes."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4CC16"/>
                </a:solidFill>
                <a:latin typeface="Calibri"/>
              </a:defRPr>
            </a:pPr>
            <a:r>
              <a:t>🧘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4CC16"/>
                </a:solidFill>
                <a:latin typeface="Calibri"/>
              </a:defRPr>
            </a:pPr>
            <a:r>
              <a:t>Daily Wellness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Office Yoga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4CC16"/>
                </a:solidFill>
                <a:latin typeface="Calibri"/>
              </a:defRPr>
            </a:pPr>
            <a:r>
              <a:t>Daily at 13:10 CET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Join Anna Kolyada for daily yoga sessions, available both in office and online streaming. A perfect way to recharge and maintain well-being during busy workdays.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Anna Kolyada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Calibri"/>
              </a:defRPr>
            </a:pPr>
            <a:r>
              <a:t>📚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7C3AED"/>
                </a:solidFill>
                <a:latin typeface="Calibri"/>
              </a:defRPr>
            </a:pPr>
            <a:r>
              <a:t>Book Club Thriving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Passionate Curiosity Book 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C3AED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Our company book club 'Passionate Curiosity' has grown to 140+ participants, fostering learning and intellectual growth across all departments. Join us for engaging discussions and shared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Book Club Community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🎨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Creative Corner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BidMachine Merch in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"New sweatshirt designs are being crafted to celebrate our BidMachine team!"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Design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Calibri"/>
              </a:defRPr>
            </a:pPr>
            <a:r>
              <a:t>excitement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company-updates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Calibri"/>
              </a:defRPr>
            </a:pPr>
            <a:r>
              <a:t>🏗️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6B7280"/>
                </a:solidFill>
                <a:latin typeface="Calibri"/>
              </a:defRPr>
            </a:pPr>
            <a:r>
              <a:t>Engineering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Automated Scorecards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Build. Ship. Improve. Mentality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CEO mandate drives cultural shift from requirements-heavy processes to pull request mentality. Engineering scorecards automated for key teams, with focus on lagging and leading indicators for continuous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