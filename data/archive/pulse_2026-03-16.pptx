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Monday, March 16,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Birthday Celebrations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Anna Kolyada, Mikhail Ladutko &amp; Armaan Pandher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The whole team is sending warm wishes and celebrating these amazing colleagues today!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E91E63"/>
                </a:solidFill>
                <a:latin typeface="Calibri"/>
              </a:defRPr>
            </a:pPr>
            <a:r>
              <a:t>Anna leads our daily yoga sessions, Mikhail brings technical excellence, and Armaan adds fresh energy to the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🚀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Engineering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4CAF5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scorecards being automated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Scorecard Automation Breakthrough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Engineering metrics scorecards are being finalized across key teams, with automation targeting completion by end of day. This shift from manual tracking to AI-driven insights represents a major step toward data-driven performance management.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📊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Data Precision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2196F3"/>
                </a:solidFill>
                <a:latin typeface="Calibri"/>
              </a:defRPr>
            </a:pPr>
            <a:r>
              <a:t>Record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spend discrepancies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Chardonnay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January Marks Historic Data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Achieved historically minimal spend discrepancies in January, with automated LTV system launch planned in 12 weeks.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"Our relentless focus on data precision is paying off with unprecedented accuracy levels"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🎯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Strategic Pivot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9800"/>
                </a:solidFill>
                <a:latin typeface="Calibri"/>
              </a:defRPr>
            </a:pPr>
            <a:r>
              <a:t>Business Empire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new testing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Margin Testing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Teams are shifting focus to higher-performing segments like Business Empire for better advertiser ROAS, while creating comprehensive documentation frameworks for future learning.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💰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€10k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daily ad 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Jointhis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Aggressive Growth Strategy Deployed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Daily ad spend jumped from €2k to €10k to close a €25k profit gap, with Minesweeper achieving stable 256% ROAS on Android.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"Bold moves in advertising are delivering strong returns and closing profit gaps fast"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Team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C27B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contributions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C27B0"/>
                </a:solidFill>
                <a:latin typeface="Calibri"/>
              </a:defRPr>
            </a:pPr>
            <a:r>
              <a:t>Excellence · Innovation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🙌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Peer Appreciation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5722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teamwork and dedication to quality"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5722"/>
                </a:solidFill>
                <a:latin typeface="Calibri"/>
              </a:defRPr>
            </a:pPr>
            <a:r>
              <a:t>Collaboration · Quality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Recognition 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91E6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Jasmine Nunez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Michelle Walter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"Incredible leadership and cross-team coordination"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91E63"/>
                </a:solidFill>
                <a:latin typeface="Calibri"/>
              </a:defRPr>
            </a:pPr>
            <a:r>
              <a:t>Leadership · Teamwork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🏠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Global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PerchPeek Relocation Partnership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607D8B"/>
                </a:solidFill>
                <a:latin typeface="Calibri"/>
              </a:defRPr>
            </a:pPr>
            <a:r>
              <a:t>Implementation Starting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New end-to-end relocation platform being introduced to streamline employee relocations globally, especially to Barcelona. Focus on improving timing and employee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HR &amp; Operations Teams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F51B5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F51B5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3F51B5"/>
                </a:solidFill>
                <a:latin typeface="Calibri"/>
              </a:defRPr>
            </a:pPr>
            <a:r>
              <a:t>AI-Enhanced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performance evaluations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AI-Powered Performance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Transitioning from formal calibrations to manager-led evaluations supported by AI insights, ensuring fairness and accuracy in performance assessments across all teams.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9688"/>
                </a:solidFill>
                <a:latin typeface="Calibri"/>
              </a:defRPr>
            </a:pPr>
            <a:r>
              <a:t>📱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9688"/>
                </a:solidFill>
                <a:latin typeface="Calibri"/>
              </a:defRPr>
            </a:pPr>
            <a:r>
              <a:t>Product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09688"/>
                </a:solidFill>
                <a:latin typeface="Calibri"/>
              </a:defRPr>
            </a:pPr>
            <a:r>
              <a:t>v5.5.0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successful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Solitaire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Version 5.5.0 Rollout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Successfully rolled out to 10% of users with version 5.6.0 targeted for March 27, featuring key improvements and optimizations.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"Consistent product iterations are driving user experience improvements"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95548"/>
                </a:solidFill>
                <a:latin typeface="Calibri"/>
              </a:defRPr>
            </a:pPr>
            <a:r>
              <a:t>🧪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95548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Experimentation Platform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95548"/>
                </a:solidFill>
                <a:latin typeface="Calibri"/>
              </a:defRPr>
            </a:pPr>
            <a:r>
              <a:t>Q2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Integrating experimentation platform while Rust rewrite progresses, with solution design document guiding decisions for smoother migration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Engineering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🎯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Leadership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Performance Review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"Performance review kicks off today! We're keeping things light and focused with just 3 manager questions and self-assessments covering performance, culture, and psychological safety."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Lise Brandely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9800"/>
                </a:solidFill>
                <a:latin typeface="Calibri"/>
              </a:defRPr>
            </a:pPr>
            <a:r>
              <a:t>👀 × 3, 🐱‍💻 ×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🔧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Engineering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607D8B"/>
                </a:solidFill>
                <a:latin typeface="Calibri"/>
              </a:defRPr>
            </a:pPr>
            <a:r>
              <a:t>Managed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deployment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Security &amp; Deployment Excellence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Teams are making great progress building products and tools, especially non-engineering teams creating useful solutions. Now focusing on proper engineering and security practices as we scale, moving to managed deployments for better reliability.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C34A"/>
                </a:solidFill>
                <a:latin typeface="Calibri"/>
              </a:defRPr>
            </a:pPr>
            <a:r>
              <a:t>Gaming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8BC34A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ARPDAU increase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Game Development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Screw Twist Performance Boost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Version 1.3.5 launched with new onboarding levels and increased interstitial ad frequency, targeting improved retention and reduced churn.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"Strategic product updates are directly translating to revenue growth"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Cross-Team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80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project delivery and team collaboration"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800"/>
                </a:solidFill>
                <a:latin typeface="Calibri"/>
              </a:defRPr>
            </a:pPr>
            <a:r>
              <a:t>Excellence · Teamwork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🏆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Product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4CAF50"/>
                </a:solidFill>
                <a:latin typeface="Calibri"/>
              </a:defRPr>
            </a:pPr>
            <a:r>
              <a:t>Precision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capability launched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TV Monkey Model Deployed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Forecast model successfully integrated with acquisition team, including bundle ID, network, and country data for future precision testing and improved campaign optimization.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🌟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Innovation Mindset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Build, Ship, Improve Culture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"It's especially exciting to see how quickly non-engineering teams have created so many useful tools. This is a strong sign that we're learning fast and moving in the right direction."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Leadership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9C27B0"/>
                </a:solidFill>
                <a:latin typeface="Calibri"/>
              </a:defRPr>
            </a:pPr>
            <a:r>
              <a:t>🐱‍💻 × 11, 👏 × 15, 🔥 ×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🎯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UA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2196F3"/>
                </a:solidFill>
                <a:latin typeface="Calibri"/>
              </a:defRPr>
            </a:pPr>
            <a:r>
              <a:t>Health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metrics introduced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User Acquisition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UA Playbook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New health rate metric for UA activities developed with revisions aimed at optimizing user acquisition and improving accuracy across campaigns.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"Data-driven approaches to user acquisition are becoming more sophisticated"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🎊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Team Spirit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March Birthday Celebration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What's your favorite way to celebrate team milestones?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How do you make remote colleagues feel included in office celebrations?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We work TOGETHER to serve others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#birthdays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73AB7"/>
                </a:solidFill>
                <a:latin typeface="Calibri"/>
              </a:defRPr>
            </a:pPr>
            <a:r>
              <a:t>🔮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73AB7"/>
                </a:solidFill>
                <a:latin typeface="Calibri"/>
              </a:defRPr>
            </a:pPr>
            <a:r>
              <a:t>AI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673AB7"/>
                </a:solidFill>
                <a:latin typeface="Calibri"/>
              </a:defRPr>
            </a:pPr>
            <a:r>
              <a:t>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AI agents per 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AI-Powered Company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Every employee will manage 5-10 AI agents within 3-6 months as part of our vision to build toward a $50B company with 1,500 employees and 100 studios.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9688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9688"/>
                </a:solidFill>
                <a:latin typeface="Calibri"/>
              </a:defRPr>
            </a:pPr>
            <a:r>
              <a:t>Automation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09688"/>
                </a:solidFill>
                <a:latin typeface="Calibri"/>
              </a:defRPr>
            </a:pPr>
            <a:r>
              <a:t>1,000+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OKRs checked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AI Development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OKR Auditor AI Excellence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AI-powered OKR Auditor now checks over 1,000 individual OKRs daily, ensuring alignment and progress tracking across the entire organization.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"AI is transforming how we maintain organizational focus and accountability"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🎮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Gaming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4CAF50"/>
                </a:solidFill>
                <a:latin typeface="Calibri"/>
              </a:defRPr>
            </a:pPr>
            <a:r>
              <a:t>Profitable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gaming division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Division Turns Profitable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Gaming achieved profitability in 2025 with Infinite Minesweeper reaching 61% retention and Crossword exceeding 200% ROAS, marking a major milestone in our diversification strategy.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Security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5722"/>
                </a:solidFill>
                <a:latin typeface="Calibri"/>
              </a:defRPr>
            </a:pPr>
            <a:r>
              <a:t>22% to 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Prevention Breakthrough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Fraud reduced from 22% to under 4% with dynamic SDK signatures, dramatically improving platform security and user trust.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"Our innovative security measures are setting new industry standards"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💼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Sales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607D8B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net revenue in one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Record Sales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Sales team closed 8 deals generating $390k net revenue in a single week, demonstrating strong market momentum and effective sales strategies.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