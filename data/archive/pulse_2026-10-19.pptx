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October 19,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Anton Maiorov-Valkov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Board &amp;amp; Advisors · * Russian Federation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George Tokarenko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October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Business Development · * Spain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Today is my last working day at Appodeal What an exciting journey it has been. 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"Today is my last working day at Appodeal What an exciting journey it has been. Looking back at myself 5 years ago, I realize how big a place this company holds in my heart and how much I’ve learned here, both professionally and personally. Big thanks to the BEST team for being there in the good and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Yakov Kozarez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Q3 Performance Review — Calibration Meetings Hi everyone ! Starting today, we'll...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"Q3 Performance Review — Calibration Meetings Hi everyone ! Starting today, we'll be holding our Q3 Performance Review calibration meetings throughout this week. I'm still waiting for confirmation of the meeting times from a few calibration groups, but all calibration meetings are expected to take pl"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Dmytrii Mamatiusupov and Iurii Kotov received 15×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"Dmytrii Mamatiusupov and Iurii Kotov received 15×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Michael Lotfy received 10× from Peter Van Kersen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"Michael Lotfy received 10× from Peter Van Kersen"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