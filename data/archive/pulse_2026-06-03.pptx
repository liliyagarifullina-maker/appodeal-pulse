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June 03,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Elena Nefedova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Mediation: Accelerator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Sergio-Yersi Villegas Pelegrín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Science · * Spain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Eduard Malkhasyan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Mediation: Accelerator A&amp;amp;F · * Armenia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Anna Timoshenko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Analytics · * Spain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https://open.spotify.com/episode/0yT4ec9M6GobLC5ByN8pX3?si=1bKooj2EQYaPKyvLsbTyQ...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"https://open.spotify.com/episode/0yT4ec9M6GobLC5ByN8pX3?si=1bKooj2EQYaPKyvLsbTyQg Loved the founder of Nvidia - Jensen Huang story."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everyone ! Starting today, we're launching a short monthly pulse survey focu...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everyone ! Starting today, we're launching a short monthly pulse survey focused on your development — and we'd love your honest input. Each month you'll receive one question via Leapsome (you'll get a nudge in Slack and/or email): The question will be: `"In the past 30 days, did your 1:1 with yo"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Ana Abuseridze received 5× from Maksym Fedorov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"Ana Abuseridze received 5× from Maksym Fedorov"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Sergei Smirnov received 5× from Maksym Fedorov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"Sergei Smirnov received 5× from Maksym Fedorov"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