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July 15,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Michele di Mauro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Product · * Spain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Performance Assessment Deadline Extended Hi everyone ! First of all, thank you 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"Performance Assessment Deadline Extended Hi everyone ! First of all, thank you to everyone who has already completed your assessments! To give everyone a little more time, we've extended the deadline for completing the Performance Assessment until Tuesday, July 14 (EOD). If you haven't submitted you"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Unfortunately we couldn’t find FF recording. Team if you recorded it, please sen...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"Unfortunately we couldn’t find FF recording. Team if you recorded it, please send me the link"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Alexandr Zhitlukhin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Tatiana Rokhlova received 4× from Ana Breljak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"Tatiana Rokhlova received 4× from Ana Breljak"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Sergei Smirnov received 30×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"Sergei Smirnov received 30×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