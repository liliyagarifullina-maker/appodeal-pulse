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Friday, October 23,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As part of our risk mitigation efforts, we plan to rotate all tokens across our ...</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"As part of our risk mitigation efforts, we plan to rotate all tokens across our systems. Please be prepared for potential service disruptions during this process. We’ll also use this opportunity to strengthen our security posture by reviewing access rights and permissions and creating a comprehensiv"</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Alexandr Zhitlukhin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team! Appodeal Life is temporarily down. Here's why and what's next. What hap...</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team! Appodeal Life is temporarily down. Here's why and what's next. What happened Our hosting provider, Railway, has been experiencing an ongoing outage for over 24 hours since Oct 21, and then disclosed a security breach: an attacker accessed customer environment variables and, for some, got th"</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Dmitrii Bartasinskii</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team! Anastasia Kalugina is heading to New York, Nov. 2-4, to meet game studi...</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team! Anastasia Kalugina is heading to New York, Nov. 2-4, to meet game studios about the Appodeal Accelerator, and we just shared it on our LinkedIn page: lnkd.in/p/ebWbnWuq A quick like, comment or reshare goes a long way in helping it reach more studios. And if you know a hybrid-casual or midc"</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Ryan Christopher</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RECOMMENDED</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What We're Reading</a:t>
            </a:r>
          </a:p>
        </p:txBody>
      </p:sp>
      <p:sp>
        <p:nvSpPr>
          <p:cNvPr id="5" name="TextBox 4"/>
          <p:cNvSpPr txBox="1"/>
          <p:nvPr/>
        </p:nvSpPr>
        <p:spPr>
          <a:xfrm>
            <a:off x="1097280" y="2103120"/>
            <a:ext cx="457200" cy="365760"/>
          </a:xfrm>
          <a:prstGeom prst="rect">
            <a:avLst/>
          </a:prstGeom>
          <a:noFill/>
        </p:spPr>
        <p:txBody>
          <a:bodyPr wrap="square">
            <a:spAutoFit/>
          </a:bodyPr>
          <a:lstStyle/>
          <a:p>
            <a:pPr algn="l">
              <a:defRPr sz="2200" b="1" i="0">
                <a:solidFill>
                  <a:srgbClr val="5D2CAC"/>
                </a:solidFill>
                <a:latin typeface="Calibri"/>
              </a:defRPr>
            </a:pPr>
            <a:r>
              <a:t>01</a:t>
            </a:r>
          </a:p>
        </p:txBody>
      </p:sp>
      <p:sp>
        <p:nvSpPr>
          <p:cNvPr id="6" name="TextBox 5"/>
          <p:cNvSpPr txBox="1"/>
          <p:nvPr/>
        </p:nvSpPr>
        <p:spPr>
          <a:xfrm>
            <a:off x="1737360" y="2103120"/>
            <a:ext cx="9326880" cy="365760"/>
          </a:xfrm>
          <a:prstGeom prst="rect">
            <a:avLst/>
          </a:prstGeom>
          <a:noFill/>
        </p:spPr>
        <p:txBody>
          <a:bodyPr wrap="square">
            <a:spAutoFit/>
          </a:bodyPr>
          <a:lstStyle/>
          <a:p>
            <a:pPr algn="l">
              <a:defRPr sz="1600" b="1" i="0">
                <a:solidFill>
                  <a:srgbClr val="FFFFFF"/>
                </a:solidFill>
                <a:latin typeface="Calibri"/>
              </a:defRPr>
            </a:pPr>
            <a:r>
              <a:t>Standardize Multi Mediation Setups with Orchestrator | CloudX</a:t>
            </a:r>
          </a:p>
        </p:txBody>
      </p:sp>
      <p:sp>
        <p:nvSpPr>
          <p:cNvPr id="7" name="TextBox 6"/>
          <p:cNvSpPr txBox="1"/>
          <p:nvPr/>
        </p:nvSpPr>
        <p:spPr>
          <a:xfrm>
            <a:off x="1737360" y="2423160"/>
            <a:ext cx="9326880" cy="365760"/>
          </a:xfrm>
          <a:prstGeom prst="rect">
            <a:avLst/>
          </a:prstGeom>
          <a:noFill/>
        </p:spPr>
        <p:txBody>
          <a:bodyPr wrap="square">
            <a:spAutoFit/>
          </a:bodyPr>
          <a:lstStyle/>
          <a:p>
            <a:pPr algn="l">
              <a:defRPr sz="1200" b="0" i="0">
                <a:solidFill>
                  <a:srgbClr val="E2E2EA"/>
                </a:solidFill>
                <a:latin typeface="Calibri"/>
              </a:defRPr>
            </a:pPr>
            <a:r>
              <a:t>Run CloudX alongside other mediation platforms and decide, ad unit by ad unit, how they work together, from the dashboard and without an app update.</a:t>
            </a:r>
          </a:p>
        </p:txBody>
      </p:sp>
      <p:sp>
        <p:nvSpPr>
          <p:cNvPr id="8" name="TextBox 7"/>
          <p:cNvSpPr txBox="1"/>
          <p:nvPr/>
        </p:nvSpPr>
        <p:spPr>
          <a:xfrm>
            <a:off x="1737360" y="2743200"/>
            <a:ext cx="9326880" cy="274320"/>
          </a:xfrm>
          <a:prstGeom prst="rect">
            <a:avLst/>
          </a:prstGeom>
          <a:noFill/>
        </p:spPr>
        <p:txBody>
          <a:bodyPr wrap="square">
            <a:spAutoFit/>
          </a:bodyPr>
          <a:lstStyle/>
          <a:p>
            <a:pPr algn="l">
              <a:defRPr sz="1100" b="0" i="0">
                <a:solidFill>
                  <a:srgbClr val="8F95A3"/>
                </a:solidFill>
                <a:latin typeface="Calibri"/>
              </a:defRPr>
            </a:pPr>
            <a:r>
              <a:t>Shared by Denis Glavatskikh</a:t>
            </a:r>
          </a:p>
        </p:txBody>
      </p:sp>
      <p:sp>
        <p:nvSpPr>
          <p:cNvPr id="9" name="TextBox 8"/>
          <p:cNvSpPr txBox="1"/>
          <p:nvPr/>
        </p:nvSpPr>
        <p:spPr>
          <a:xfrm>
            <a:off x="1097280" y="5943600"/>
            <a:ext cx="9966960" cy="274320"/>
          </a:xfrm>
          <a:prstGeom prst="rect">
            <a:avLst/>
          </a:prstGeom>
          <a:noFill/>
        </p:spPr>
        <p:txBody>
          <a:bodyPr wrap="square">
            <a:spAutoFit/>
          </a:bodyPr>
          <a:lstStyle/>
          <a:p>
            <a:pPr algn="l">
              <a:defRPr sz="1100" b="0" i="0">
                <a:solidFill>
                  <a:srgbClr val="5C6270"/>
                </a:solidFill>
                <a:latin typeface="Calibri"/>
              </a:defRPr>
            </a:pPr>
            <a:r>
              <a:t>#to_read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Ryan Christopher received 20× from Viktor Trykolenko</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"Ryan Christopher received 20× from Viktor Trykolenko"</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Yurii Ivanovskyi, Hierman Pelekh, Dmitrii Bartasinskii and Andrew Bulik received...</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"Yurii Ivanovskyi, Hierman Pelekh, Dmitrii Bartasinskii and Andrew Bulik received 8× from Gleb Krahotkin"</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