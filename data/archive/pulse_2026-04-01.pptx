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April 01,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Yurii Ivanovskyi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team, Big personal news — I became a dad for the second time! Feeling incred...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team, Big personal news — I became a dad for the second time! Feeling incredibly happy and wanted to share the joy with you all. Stepping away for family duties — back soon!"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Ivan Khorev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Colleagues, it has been an interesting 1.5-year journey, but I have to move on.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"Colleagues, it has been an interesting 1.5-year journey, but I have to move on. This company gave me the opportunity to feel truly useful: $317K in fee uplift from the floor optimization project for 2 last quarters, plus $1.5M/year in savings for S3 storage thanks to an approach I invented with zstd"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Ihor Bobak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Hello everyone! and I love to share the results of the &lt;#C0AH0HFNK9Q&gt; First of 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"Hello everyone! and I love to share the results of the &lt;#C0AH0HFNK9Q&gt; First of all - a huge thank you to everyone who took part. You made this challenge truly awesome Here are some highlights: • 97 members in the &lt;#C0AH0HFNK9Q&gt; Slack channel • 62 participants in our GitHub organization • 44 active G"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Gleb Krahotkin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Iba Aliev Sindhu Yasa Diego Lococo Quiros received 15× from yakov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"Iba Aliev Sindhu Yasa Diego Lococo Quiros received 15× from yakov"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Nikolai Rozanov anton.nikifarau received 20× from Sasha Sakovich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"Nikolai Rozanov anton.nikifarau received 20× from Sasha Sakovich"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