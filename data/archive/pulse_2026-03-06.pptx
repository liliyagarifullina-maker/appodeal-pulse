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March 06,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Liliya Garifullina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Katarzyna Raniszewska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Stepan Pletnev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Pavel Savinskiy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Pavel Savinskiy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Berta Moreno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Shakhanov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 — I’m sharing an update.</a:t>
            </a:r>
            <a:br/>
            <a:r>
              <a:t>I’m transitioning from my day-to-day COO/CFO respo...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 — I’m sharing an update.</a:t>
            </a:r>
            <a:br/>
            <a:r>
              <a:t>I’m transitioning from my day-to-day COO/CFO responsibilities to a *board-only role*. I’ll remain fully involved as a *Board Director*, focused on *strategy, governance, and capital stewardship*—helping ensure we remain disciplined, resilient, and positioned for long-te"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Anton Valkov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:wave:</a:t>
            </a:r>
            <a:br/>
            <a:br/>
            <a:r>
              <a:t>I’d like to take this opportunity to remind you that we are...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:wave:</a:t>
            </a:r>
            <a:br/>
            <a:br/>
            <a:r>
              <a:t>I’d like to take this opportunity to remind you that we are currently running the *Cursor Challenge* inside the company for non-engineers. There are no strict deadlines, so you can still join us.</a:t>
            </a:r>
            <a:br/>
            <a:r>
              <a:t>The main goal is to help you learn *Cursor* and support people who have never worke"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&lt;!channel&gt;</a:t>
            </a:r>
            <a:br/>
            <a:r>
              <a:t>On AI, Culture Monitor, changes in culture:</a:t>
            </a:r>
            <a:br/>
            <a:r>
              <a:t>&lt;https://www.youtube.com/...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"&lt;!channel&gt;</a:t>
            </a:r>
            <a:br/>
            <a:r>
              <a:t>On AI, Culture Monitor, changes in culture:</a:t>
            </a:r>
            <a:br/>
            <a:r>
              <a:t>&lt;https://www.youtube.com/watch?v=t6-rgc7uavY&gt;"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