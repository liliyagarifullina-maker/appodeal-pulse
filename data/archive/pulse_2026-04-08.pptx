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Wednesday, April 08,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Alexander Ivanov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April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MGP: Data Analytics · * Poland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Murat Kacmaz received 10× from Yevhenii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"Murat Kacmaz received 10× from Yevhenii"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Diego Lococo Quiros Iba Aliev Sindhu Yasa received 16× from yakov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"Diego Lococo Quiros Iba Aliev Sindhu Yasa received 16× from yakov"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