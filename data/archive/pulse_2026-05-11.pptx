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May 11,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Mariia Moskvina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CTO Office · * Georgia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Artem Orlov Juan Montero received 15× from Tatiana Rokhlova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"Artem Orlov Juan Montero received 15× from Tatiana Rokhlova"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Aleksandr Drozdov received 20× from Tatiana Rokhlova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"Aleksandr Drozdov received 20× from Tatiana Rokhlova"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