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July 17,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Konstantin Manziuk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Operational Team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Lidiia Galkina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Pavel Golubev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Executive Team · * United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Birthday, Today is all about you — and we wanted to take a moment to celeb...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Birthday, Today is all about you — and we wanted to take a moment to celebrate the person you are, not just the company you built. Since 2015, we've watched you lead with vision, energy, and a relentless belief in what's possible. But beyond the milestones and growth, what stays with us is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youtube.com/watch?v=IqTztgWAQUQ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"youtube.com/watch?v=IqTztgWAQUQ"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Unfortunately we couldn’t find FF recording. Team if you recorded it, please sen...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"Unfortunately we couldn’t find FF recording. Team if you recorded it, please send me the link"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Roman Rinchinov anna.batura received 10× from Anastasia Zhizhchenko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"Roman Rinchinov anna.batura received 10× from Anastasia Zhizhchenko"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Dzmitry Baran received 20×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"Dzmitry Baran received 20×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