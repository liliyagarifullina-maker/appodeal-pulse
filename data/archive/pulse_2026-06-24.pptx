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June 24,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Irina Polishchuk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Gaming Creatives · * Ukraine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 warm farm Florida welcome to our executive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 warm farm Florida welcome to our executive team"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everyone, Unfortunately, today was my last working day at the company. It has...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everyone, Unfortunately, today was my last working day at the company. It has been quite a journey. Over the years, I had the chance to work with probably almost every department in the company. I was part of Appodeal, Chardone, and the Accelerator. I’m sorry I didn’t get a chance to work at BidM"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Kanstantsin Shuryhin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Just a reminder that Wednesday, June 24th, is a public holiday in th...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Just a reminder that Wednesday, June 24th, is a public holiday in the Barcelona office due to Sant Joan (Midsummer Day). Please plan accordingly"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Emma Syniehubova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AppLovin Ads is now open to all advertisers AppLovin | Blog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AppLovin Ads, formerly Axon, is now open to all advertisers. One company, one brand built to drive real performance for any business ready to grow.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Michele di Mauro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George Tokarenko Dima M. ArtKip received 2× from Anna Timoshenko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"George Tokarenko Dima M. ArtKip received 2× from Anna Timoshenko"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Mikita Dzianisevich received 50× from Viktor Trykolenko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"Mikita Dzianisevich received 50× from Viktor Trykolenko"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