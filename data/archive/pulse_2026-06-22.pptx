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June 22,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Maria Plendukova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Charlene Zheng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Connect Groups Summer Season is in full swing! Looking for a way to connect...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Connect Groups Summer Season is in full swing! Looking for a way to connect with colleagues, discover a new hobby, stay active, or simply have fun this summer? Our Connect Groups are open and waiting for you! Current active groups: Book Club – Lean Startup Mentality led by Book Club – Passionat"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Just a reminder that Wednesday, June 24th, is a public holiday in th...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Just a reminder that Wednesday, June 24th, is a public holiday in the Barcelona office due to Sant Joan (Midsummer Day). Please plan accordingly"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Emma Syniehubova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Dima M. received 20× from Miguel Perez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"Dima M. received 20× from Miguel Perez"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manzuk received 10× from 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"manzuk received 10× from Berta"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