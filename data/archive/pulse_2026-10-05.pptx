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October 05,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Vlada Kryzhanivska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October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BidMachine Business: A&amp;amp;F · * Poland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Today is my last working day at Appodeal, and I couldn't leave without saying th...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"Today is my last working day at Appodeal, and I couldn't leave without saying thank you. These two years have meant a lot to me, and that's because of the people I got to work with, I hope I don't forget anyone, and if I do, please forgive me, it's the heart, not the memory. thank you for the suppor"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Issa Isahakyan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Q3 Performance Review is live! Thank you everyone who joined today’s session! We...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"Q3 Performance Review is live! Thank you everyone who joined today’s session! We walked through what’s changing in the Q3 Performance Review, how the 360 feedback &amp;amp; Keeper Test will work, how to choose your reviewers, and what useful, evidence-based feedback should look like. We also introduced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Team, to clarify — you can use for your own automation or whatever tasks, no nee...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"Team, to clarify — you can use for your own automation or whatever tasks, no need to confirm with me. viktor.com"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Apple’s Latest Operating System Blocks The Trade Desk From Serving Ads On Safari | AdExchanger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The Trade Desk is unable to serve ads to the Safari browser for Apple device owners that have downloaded iOS 27, which is the latest Apple operating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Viktor Trykolenko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Nikita Mishustin received 20× from Dima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"Nikita Mishustin received 20× from Dima M."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anna.kaliada Emma lidia.g received 15× from Yevhenii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"anna.kaliada Emma lidia.g received 15× from Yevhenii"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