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August 24,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all, a new post is live on LinkedIn: our take on where AI fits in ad tech. An...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all, a new post is live on LinkedIn: our take on where AI fits in ad tech. And if you’re talking to prospective clients about why one ad stack performs better than another, the latest blog post gives you the argument: most features have become commoditized, but an SDK-first setup and ML that acts"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The 2026 CTV Growth Playbook | Moloco</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Traditional media plans place CTV under “brand.” This made sense when nobody could tie a living-room impression to an install, but that gap has long b</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Viktor Trykolenko</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Tatiana Rokhlova received 20× from Alexandr Zhitlukhin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"Tatiana Rokhlova received 20× from Alexandr Zhitlukhin"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Danila Matveev received 25× from Alina Li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"Danila Matveev received 25× from Alina Li"</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