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Tuesday, May 26,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Valentyna Galkina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HR A&amp;amp;F · * Ukraine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Aleksandr Drozdov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MGP: Data Analytics · * Spain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Alex Kozhura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Gaming UA · * Spain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team Thursday, June 4th, is a public holiday in Poland (Corpus Christi / Boże...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team Thursday, June 4th, is a public holiday in Poland (Corpus Christi / Boże Ciało), so it will be an official day off for the Polish office! Please keep this in mind when planning your work"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Iryna Peretiatko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