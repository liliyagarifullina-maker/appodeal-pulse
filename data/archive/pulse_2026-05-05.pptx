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May 05,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Artem Babenok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Wojciech Rosa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 As you might know, this is my last week at the company. I wanted to...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 As you might know, this is my last week at the company. I wanted to take a moment to thank you all for such a warm welcome . Since the day I joined, I’ve met incredible people, learned a ton, and most importantly laughed a lot I’m taking some great memories with me, from the Karaoke ses"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Baptiste Poirier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yuri.melsitov received 10× from anna.kaliada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"yuri.melsitov received 10× from anna.kaliada"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