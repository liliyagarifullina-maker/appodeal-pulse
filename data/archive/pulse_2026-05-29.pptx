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May 29,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Dan Owens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Krish Prabha received 50× from Murat Kacmaz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"Krish Prabha received 50× from Murat Kacmaz"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Maksym Fedorov received 20× from Alexey Akulshin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Maksym Fedorov received 20× from Alexey Akulshin"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