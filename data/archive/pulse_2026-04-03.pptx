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April 03,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Anton Balaev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April 03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Andrei Shurykin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April 03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 First of all, a huge thank you to everyone who submitted their gam...</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 First of all, a huge thank you to everyone who submitted their games to &lt;#C0ABV3EDRQC&gt; — it takes real effort to bring an idea to a playable stage, and we truly appreciate the time, creativity, and thought you put into your projects. And special thanks to the &lt;!subteam^S05ARPM4MC0&gt; tea"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Kalugina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And one more... I joined Appodeal four years ago. And like in any relationship,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"And one more... I joined Appodeal four years ago. And like in any relationship, there were plenty of good moments and not only. In any case, it’s been an interesting, exciting and definitely valuable journey. I’m really glad I got to meet many great people along the way - people I got to know better"</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Illia Zaleski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Better late than sorry — yes, it took me embarrassingly long to give Claude Code...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"Better late than sorry — yes, it took me embarrassingly long to give Claude Code a real shot. Previously I recommended Cursor as the go-to for vibe coding. My position has changed. I now recommend Claude Code as the primary tool. Why the switch: • Much broader community and ecosystem around it • Ver"</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Michelle Walter received 50× from Jasmine Nunez</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"Michelle Walter received 50× from Jasmine Nunez"</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Dima M. received 50× from Seb</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"Dima M. received 50× from Seb"</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