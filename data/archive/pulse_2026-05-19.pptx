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Tuesday, May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David Dyer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Sergei Chibirev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May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Just a friendly reminder to complete the ongoing surveys if you haven’t had 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Just a friendly reminder to complete the ongoing surveys if you haven’t had a chance yet Engagement &amp;amp; Strategy Survey Your feedback helps us better understand how we’re doing as a company and where we can improve together. Monthly Check-in A moment to reflect on our Core Values and Leadership"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Inside Anthropic's $100 Billion Al Compute Commitment | CFO Krishna Rao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Siddharth Sahani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Jasmine Nunez received 50× from Michelle Walter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"Jasmine Nunez received 50× from Michelle Walter"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Aleh Mentuz received 20× from Danila Matveev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"Aleh Mentuz received 20× from Danila Matveev"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