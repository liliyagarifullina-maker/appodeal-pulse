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Monday, April 13,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Eugene Marchukevich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Poland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Herman Krahotkin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April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IT · * Poland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Happy Easter, everyone! Wishing you all a joyful and relaxing Easter filled...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Happy Easter, everyone! Wishing you all a joyful and relaxing Easter filled with good vibes, fresh energy, and maybe a little too much chocolate Whether you're celebrating with family, enjoying a long weekend, or just taking a well-deserved break — hope this time brings you some sunshine and re"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Olga Petriakova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lidia.g Emma Diana Mytchyk Yuliia Lievoshko received 12× from 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"lidia.g Emma Diana Mytchyk Yuliia Lievoshko received 12× from Ira"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Maria Plendukova received 10× from Alexandr Zhitlukhin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"Maria Plendukova received 10× from Alexandr Zhitlukhin"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