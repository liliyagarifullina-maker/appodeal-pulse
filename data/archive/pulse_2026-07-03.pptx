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July 03,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Stas Kochkin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Let’s take a moment to welcome our new Senior Director of Marketing -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Let’s take a moment to welcome our new Senior Director of Marketing - who’s joining us today! Ryan brings over two decades of experience in programmatic advertising and AdTech marketing. Most recently, he served as Head of International Marketing at OpenX, and previously held marketing roles"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Yanina Lozben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Hello team! I'd like to present to you the HR dashboard, a project that I have b...</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"Hello team! I'd like to present to you the HR dashboard, a project that I have been working on for the last 1.5 months together with . Among its main purposes is that it will allow us to automate certain hiring-related planning processes, eliminate the need of multiple Excel spreadsheets, and improv"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Aleksei Gerasimov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 reminder that Friday, July 3rd is Independence Day — a federal holiday observe...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 reminder that Friday, July 3rd is Independence Day — a federal holiday observed by our US team. Please plan accordingly."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Oxana Drake</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Viktor Trykolenko received 1× from Isahakyan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"Viktor Trykolenko received 1× from Isahakyan"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Iurii Kotov Roman Rinchinov Miguel Perez Iaroslav Zhuravlev Tatiana Rokh...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Iurii Kotov Roman Rinchinov Miguel Perez Iaroslav Zhuravlev Tatiana Rokhlova received 4× from Isahakyan"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