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Friday, March 13,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Emil Sharafiev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Anton Nikifarau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Miguel Perez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Irina Koval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Dmitrii Rodionov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Vladimir Khrolovich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Anna Timoshenko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Samat Kurmanov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Yanina Lozben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Aleksandr Chigaleichik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Iryna Peretiatko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Yanina Lozben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Daryna Rudavka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Vladimir Khrolovich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Irina Koval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:wave: Hello everyone &lt;!channel&gt;!</a:t>
            </a:r>
            <a:br/>
            <a:br/>
            <a:r>
              <a:t>I’d like to share a cool thing our DevOps tea...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":wave: Hello everyone &lt;!channel&gt;!</a:t>
            </a:r>
            <a:br/>
            <a:br/>
            <a:r>
              <a:t>I’d like to share a cool thing our DevOps team has set up for all of us.</a:t>
            </a:r>
            <a:br/>
            <a:r>
              <a:t>Introducing *&lt;https://coolify.appodeal.com|Coolify&gt;* - a service that allows you to deploy your applications in just a few clicks.</a:t>
            </a:r>
            <a:br/>
            <a:r>
              <a:t>:memo: I’ve written a short guide on how to use it &lt;https://a"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_Hi everyone &lt;!channel&gt;_ :wave:</a:t>
            </a:r>
            <a:br/>
            <a:r>
              <a:t>_I recorded a short video showing how I built a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"_Hi everyone &lt;!channel&gt;_ :wave:</a:t>
            </a:r>
            <a:br/>
            <a:r>
              <a:t>_I recorded a short video showing how I built a fully automated AI-powered system — from idea to production — using only AI tools and zero coding experience._</a:t>
            </a:r>
            <a:br/>
            <a:r>
              <a:t>_Slack data → AI curation → auto-deploying a live dashboard on office TVs. All running on autopilot._</a:t>
            </a:r>
            <a:br/>
            <a:r>
              <a:t>_If I c"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Liliya Garifullina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&lt;!channel&gt;</a:t>
            </a:r>
            <a:br/>
            <a:r>
              <a:t>Team,</a:t>
            </a:r>
            <a:br/>
            <a:br/>
            <a:r>
              <a:t>We’re making great progress in building products, and it’s esp...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"&lt;!channel&gt;</a:t>
            </a:r>
            <a:br/>
            <a:r>
              <a:t>Team,</a:t>
            </a:r>
            <a:br/>
            <a:br/>
            <a:r>
              <a:t>We’re making great progress in building products, and it’s especially exciting to see how quickly non-engineering teams have created so many useful tools. This is a strong sign that we’re learning fast and moving in the right direction.</a:t>
            </a:r>
            <a:br/>
            <a:br/>
            <a:r>
              <a:t>At the same time, it’s important that we fol"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Alexandr Zhitlukhin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