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5C6270"/>
                </a:solidFill>
                <a:latin typeface="Calibri"/>
              </a:defRPr>
            </a:pPr>
            <a:r>
              <a:t>APPODEAL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468880"/>
            <a:ext cx="9966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 i="0">
                <a:solidFill>
                  <a:srgbClr val="FFFFFF"/>
                </a:solidFill>
                <a:latin typeface="Calibri"/>
              </a:defRPr>
            </a:pPr>
            <a:r>
              <a:t>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8404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0">
                <a:solidFill>
                  <a:srgbClr val="8F95A3"/>
                </a:solidFill>
                <a:latin typeface="Calibri"/>
              </a:defRPr>
            </a:pPr>
            <a:r>
              <a:t>Friday, March 13,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572000"/>
            <a:ext cx="2103120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Francesco Cerigioni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Giulia Galvani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Yanina Lozben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Daryna Rudavka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Vladimir Khrolovich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Denis Glavatskikh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Irina Koval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FFB7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B72B"/>
                </a:solidFill>
                <a:latin typeface="Calibri"/>
              </a:defRPr>
            </a:pPr>
            <a:r>
              <a:t>🎂  CELEBRATION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FFB72B"/>
                </a:solidFill>
                <a:latin typeface="Calibri"/>
              </a:defRPr>
            </a:pPr>
            <a:r>
              <a:t>Happy Birthday!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FFFFFF"/>
                </a:solidFill>
                <a:latin typeface="Calibri"/>
              </a:defRPr>
            </a:pPr>
            <a:r>
              <a:t>Denis Glavatskikh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March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91840"/>
            <a:ext cx="9966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E2E2EA"/>
                </a:solidFill>
                <a:latin typeface="Calibri"/>
              </a:defRPr>
            </a:pPr>
            <a:r>
              <a:t>Wishing you an amazing day filled with joy and celebration!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1">
                <a:solidFill>
                  <a:srgbClr val="FFB72B"/>
                </a:solidFill>
                <a:latin typeface="Calibri"/>
              </a:defRPr>
            </a:pPr>
            <a:r>
              <a:t>With love, Your Appodeal Team 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:wave: Hello everyone &lt;!channel&gt;!</a:t>
            </a:r>
            <a:br/>
            <a:br/>
            <a:r>
              <a:t>I’d like to share a cool thing our DevOps tea...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":wave: Hello everyone &lt;!channel&gt;!</a:t>
            </a:r>
            <a:br/>
            <a:br/>
            <a:r>
              <a:t>I’d like to share a cool thing our DevOps team has set up for all of us.</a:t>
            </a:r>
            <a:br/>
            <a:r>
              <a:t>Introducing *&lt;https://coolify.appodeal.com|Coolify&gt;* - a service that allows you to deploy your applications in just a few clicks.</a:t>
            </a:r>
            <a:br/>
            <a:r>
              <a:t>:memo: I’ve written a short guide on how to use it &lt;https://a"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Gleb Krahotkin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Hi &lt;!here&gt;! :woman-raising-hand: Thank you for joining our *11th Lunch &amp; Learn s...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"Hi &lt;!here&gt;! :woman-raising-hand: Thank you for joining our *11th Lunch &amp; Learn session!* :fire:</a:t>
            </a:r>
            <a:br/>
            <a:r>
              <a:t>A big thank-you to &lt;@U23FJLW5S&gt; for a very interesting presentation :heart:</a:t>
            </a:r>
            <a:br/>
            <a:r>
              <a:t>Below you can find:</a:t>
            </a:r>
            <a:br/>
            <a:r>
              <a:t>• :movie_camera: &lt;https://app.fireflies.ai/view/Lunch-and-Learn-How-we-detect-fraud-traffic-by-Timofey-Levan"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Katarzyna Raniszewska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"/>
            <a:ext cx="12191695" cy="54864"/>
          </a:xfrm>
          <a:prstGeom prst="rect">
            <a:avLst/>
          </a:prstGeom>
          <a:solidFill>
            <a:srgbClr val="00FF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315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00FFD1"/>
                </a:solidFill>
                <a:latin typeface="Calibri"/>
              </a:defRPr>
            </a:pPr>
            <a:r>
              <a:t>📢  OFFICE LIFE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0FFD1"/>
                </a:solidFill>
                <a:latin typeface="Calibri"/>
              </a:defRPr>
            </a:pPr>
            <a:r>
              <a:t>From #general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*Hi &lt;!here&gt;! Our Connect Groups Spring Season is open!* :seedling::celebrate:</a:t>
            </a:r>
            <a:br/>
            <a:r>
              <a:t>Co...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E2E2EA"/>
                </a:solidFill>
                <a:latin typeface="Calibri"/>
              </a:defRPr>
            </a:pPr>
            <a:r>
              <a:t>"*Hi &lt;!here&gt;! Our Connect Groups Spring Season is open!* :seedling::celebrate:</a:t>
            </a:r>
            <a:br/>
            <a:r>
              <a:t>Connect Groups at Appodeal run in *seasons*, and we’re now officially entering the *Spring Season (March–May)!* :blossom::tulip::seedling:</a:t>
            </a:r>
            <a:br/>
            <a:r>
              <a:t>If you’re new: Connect Groups are *&lt;https://appodeal.circle.so/c/welcome/|employee-"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8F95A3"/>
                </a:solidFill>
                <a:latin typeface="Calibri"/>
              </a:defRPr>
            </a:pPr>
            <a:r>
              <a:t>— Katarzyna Raniszewska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5C6270"/>
                </a:solidFill>
                <a:latin typeface="Calibri"/>
              </a:defRPr>
            </a:pPr>
            <a:r>
              <a:t>#general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