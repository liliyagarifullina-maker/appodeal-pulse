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March 13,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Artem Orlov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Hello everyone ! I’d like to share a cool thing our DevOps team has set up for 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"Hello everyone ! I’d like to share a cool thing our DevOps team has set up for all of us. Introducing Coolify - a service that allows you to deploy your applications in just a few clicks. I’ve written a short guide on how to use it here. &gt; Unfortunately, AI doesn’t always generate secure application"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I recorded a short video showing how I built a fully automated AI-po...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I recorded a short video showing how I built a fully automated AI-powered system — from idea to production — using only AI tools and zero coding experience. Slack data → AI curation → auto-deploying a live dashboard on office TVs. All running on autopilot. If I can do it, you can too P.S"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Liliya Garifullina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Team, We’re making great progress in building products, and it’s especially exci...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"Team, We’re making great progress in building products, and it’s especially exciting to see how quickly non-engineering teams have created so many useful tools. This is a strong sign that we’re learning fast and moving in the right direction. At the same time, it’s important that we follow proper en"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Alexandr Zhitlukhin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Antonio Clavelli Sergio-Yersi Villegas Wojo aleksandr.chigaleichik received 5× f...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"Antonio Clavelli Sergio-Yersi Villegas Wojo aleksandr.chigaleichik received 5× from ArtKip"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Gleb Krahotkin received 50× from Mykhailo Kukharskyi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"Gleb Krahotkin received 50× from Mykhailo Kukharskyi"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