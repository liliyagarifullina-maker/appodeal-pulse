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8288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5C6270"/>
                </a:solidFill>
                <a:latin typeface="Calibri"/>
              </a:defRPr>
            </a:pPr>
            <a:r>
              <a:t>APPODEAL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468880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 i="0">
                <a:solidFill>
                  <a:srgbClr val="FFFFFF"/>
                </a:solidFill>
                <a:latin typeface="Calibri"/>
              </a:defRPr>
            </a:pPr>
            <a:r>
              <a:t>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8F95A3"/>
                </a:solidFill>
                <a:latin typeface="Calibri"/>
              </a:defRPr>
            </a:pPr>
            <a:r>
              <a:t>Friday, March 13,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572000"/>
            <a:ext cx="2103120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Francesco Cerigioni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Giulia Galvani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Yanina Lozben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Daryna Rudavka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Vladimir Khrolovich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Denis Glavatskikh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Irina Koval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Denis Glavatskikh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00F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00FFD1"/>
                </a:solidFill>
                <a:latin typeface="Calibri"/>
              </a:defRPr>
            </a:pPr>
            <a:r>
              <a:t>📢  OFFICE LIFE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0FFD1"/>
                </a:solidFill>
                <a:latin typeface="Calibri"/>
              </a:defRPr>
            </a:pPr>
            <a:r>
              <a:t>From #general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:wave: Hello everyone &lt;!channel&gt;!</a:t>
            </a:r>
            <a:br/>
            <a:br/>
            <a:r>
              <a:t>I’d like to share a cool thing our DevOps tea...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9692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":wave: Hello everyone &lt;!channel&gt;!</a:t>
            </a:r>
            <a:br/>
            <a:br/>
            <a:r>
              <a:t>I’d like to share a cool thing our DevOps team has set up for all of us.</a:t>
            </a:r>
            <a:br/>
            <a:r>
              <a:t>Introducing *&lt;https://coolify.appodeal.com|Coolify&gt;* - a service that allows you to deploy your applications in just a few clicks.</a:t>
            </a:r>
            <a:br/>
            <a:r>
              <a:t>:memo: I’ve written a short guide on how to use it &lt;https://a"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7548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— Gleb Krahotkin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7607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#general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00F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00FFD1"/>
                </a:solidFill>
                <a:latin typeface="Calibri"/>
              </a:defRPr>
            </a:pPr>
            <a:r>
              <a:t>📢  OFFICE LIFE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0FFD1"/>
                </a:solidFill>
                <a:latin typeface="Calibri"/>
              </a:defRPr>
            </a:pPr>
            <a:r>
              <a:t>From #general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Hi &lt;!here&gt;! :woman-raising-hand: Thank you for joining our *11th Lunch &amp; Learn s...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9692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"Hi &lt;!here&gt;! :woman-raising-hand: Thank you for joining our *11th Lunch &amp; Learn session!* :fire:</a:t>
            </a:r>
            <a:br/>
            <a:r>
              <a:t>A big thank-you to &lt;@U23FJLW5S&gt; for a very interesting presentation :heart:</a:t>
            </a:r>
            <a:br/>
            <a:r>
              <a:t>Below you can find:</a:t>
            </a:r>
            <a:br/>
            <a:r>
              <a:t>• :movie_camera: &lt;https://app.fireflies.ai/view/Lunch-and-Learn-How-we-detect-fraud-traffic-by-Timofey-Levan"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7548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— Katarzyna Raniszewska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7607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#general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00F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00FFD1"/>
                </a:solidFill>
                <a:latin typeface="Calibri"/>
              </a:defRPr>
            </a:pPr>
            <a:r>
              <a:t>📢  OFFICE LIFE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0FFD1"/>
                </a:solidFill>
                <a:latin typeface="Calibri"/>
              </a:defRPr>
            </a:pPr>
            <a:r>
              <a:t>From #general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_Hi everyone &lt;!channel&gt;_ :wave:</a:t>
            </a:r>
            <a:br/>
            <a:r>
              <a:t>_I recorded a short video showing how I built a 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9692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"_Hi everyone &lt;!channel&gt;_ :wave:</a:t>
            </a:r>
            <a:br/>
            <a:r>
              <a:t>_I recorded a short video showing how I built a fully automated AI-powered system — from idea to production — using only AI tools and zero coding experience._</a:t>
            </a:r>
            <a:br/>
            <a:r>
              <a:t>_Slack data → AI curation → auto-deploying a live dashboard on office TVs. All running on autopilot._</a:t>
            </a:r>
            <a:br/>
            <a:r>
              <a:t>_If I c"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7548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— Liliya Garifullina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7607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#general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