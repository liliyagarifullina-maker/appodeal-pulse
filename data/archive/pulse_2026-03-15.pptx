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Sunday, March 15,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59E0B"/>
                </a:solidFill>
                <a:latin typeface="Calibri"/>
              </a:defRPr>
            </a:pPr>
            <a:r>
              <a:t>Birthday Celebration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Artem Orlov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Thank you for all your explanations!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59E0B"/>
                </a:solidFill>
                <a:latin typeface="Calibri"/>
              </a:defRPr>
            </a:pPr>
            <a:r>
              <a:t>Engineering Team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Calibri"/>
              </a:defRPr>
            </a:pPr>
            <a:r>
              <a:t>👏  CLAPS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8B5CF6"/>
                </a:solidFill>
                <a:latin typeface="Calibri"/>
              </a:defRPr>
            </a:pPr>
            <a:r>
              <a:t>Team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8B5CF6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from Mykhailo Kukharskyi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to: Gleb Krahotkin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"Outstanding Barcelona support"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B5CF6"/>
                </a:solidFill>
                <a:latin typeface="Calibri"/>
              </a:defRPr>
            </a:pPr>
            <a:r>
              <a:t>Excellence · Remote Collaboration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🙌  CLAPS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59669"/>
                </a:solidFill>
                <a:latin typeface="Calibri"/>
              </a:defRPr>
            </a:pPr>
            <a:r>
              <a:t>Recognition Wave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59669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from Viktor Trykolenko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to: Iurii Kotov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"Exceptional performance"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59669"/>
                </a:solidFill>
                <a:latin typeface="Calibri"/>
              </a:defRPr>
            </a:pPr>
            <a:r>
              <a:t>Achievement · Quality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DC2626"/>
                </a:solidFill>
                <a:latin typeface="Calibri"/>
              </a:defRPr>
            </a:pPr>
            <a:r>
              <a:t>✨  CLAPS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DC2626"/>
                </a:solidFill>
                <a:latin typeface="Calibri"/>
              </a:defRPr>
            </a:pPr>
            <a:r>
              <a:t>Team Appreciation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DC2626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from Jasmine Nunez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to: Michelle Walter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"Outstanding contribution"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DC2626"/>
                </a:solidFill>
                <a:latin typeface="Calibri"/>
              </a:defRPr>
            </a:pPr>
            <a:r>
              <a:t>Teamwork · Excellence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7C3AED"/>
                </a:solidFill>
                <a:latin typeface="Calibri"/>
              </a:defRPr>
            </a:pPr>
            <a:r>
              <a:t>🎯  CLAPS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7C3AED"/>
                </a:solidFill>
                <a:latin typeface="Calibri"/>
              </a:defRPr>
            </a:pPr>
            <a:r>
              <a:t>Multi-Team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7C3AED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from Francesco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to: Alexandr Zhitlukhin, Alberto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"Great collaboration"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7C3AED"/>
                </a:solidFill>
                <a:latin typeface="Calibri"/>
              </a:defRPr>
            </a:pPr>
            <a:r>
              <a:t>Teamwork · Innovation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EA580C"/>
                </a:solidFill>
                <a:latin typeface="Calibri"/>
              </a:defRPr>
            </a:pPr>
            <a:r>
              <a:t>🚀  CLAPS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EA580C"/>
                </a:solidFill>
                <a:latin typeface="Calibri"/>
              </a:defRPr>
            </a:pPr>
            <a:r>
              <a:t>Cross-Team Excellence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EA580C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from Sergey Orlov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to: Roman de las Heras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"Exceptional work"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EA580C"/>
                </a:solidFill>
                <a:latin typeface="Calibri"/>
              </a:defRPr>
            </a:pPr>
            <a:r>
              <a:t>Excellence · Dedication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891B2"/>
                </a:solidFill>
                <a:latin typeface="Calibri"/>
              </a:defRPr>
            </a:pPr>
            <a:r>
              <a:t>💪  CLAPS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891B2"/>
                </a:solidFill>
                <a:latin typeface="Calibri"/>
              </a:defRPr>
            </a:pPr>
            <a:r>
              <a:t>Team Synergy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891B2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from Maxim Sinyaev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to: Agustin, Sem Sinchenko, Sergio-Yersi Villegas, Emil Sharafiev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"Collaborative excellence"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891B2"/>
                </a:solidFill>
                <a:latin typeface="Calibri"/>
              </a:defRPr>
            </a:pPr>
            <a:r>
              <a:t>Collaboration · Unity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BE185D"/>
                </a:solidFill>
                <a:latin typeface="Calibri"/>
              </a:defRPr>
            </a:pPr>
            <a:r>
              <a:t>🔥  CLAPS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BE185D"/>
                </a:solidFill>
                <a:latin typeface="Calibri"/>
              </a:defRPr>
            </a:pPr>
            <a:r>
              <a:t>DevOps Heroes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BE185D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from Isahakyan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to: anton.nikifarau, Dzmitry Baran, Mikita Dzianisevich, stas.k, Aleh Mentuz, Petr Chebanov, Cagatay Akcam, Viktar Plesko, Vladislav Nikolaev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"Infrastructure excellence"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BE185D"/>
                </a:solidFill>
                <a:latin typeface="Calibri"/>
              </a:defRPr>
            </a:pPr>
            <a:r>
              <a:t>Technical Excellence · Reliability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47857"/>
                </a:solidFill>
                <a:latin typeface="Calibri"/>
              </a:defRPr>
            </a:pPr>
            <a:r>
              <a:t>⭐  CLAPS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47857"/>
                </a:solidFill>
                <a:latin typeface="Calibri"/>
              </a:defRPr>
            </a:pPr>
            <a:r>
              <a:t>Performance Excellence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47857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from Michael Lotfy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to: Isahakyan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"Outstanding achievements"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47857"/>
                </a:solidFill>
                <a:latin typeface="Calibri"/>
              </a:defRPr>
            </a:pPr>
            <a:r>
              <a:t>Excellence · Leadership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EA5E9"/>
                </a:solidFill>
                <a:latin typeface="Calibri"/>
              </a:defRPr>
            </a:pPr>
            <a:r>
              <a:t>🏗️ 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EA5E9"/>
                </a:solidFill>
                <a:latin typeface="Calibri"/>
              </a:defRPr>
            </a:pPr>
            <a:r>
              <a:t>Innovation Momentum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0EA5E9"/>
                </a:solidFill>
                <a:latin typeface="Calibri"/>
              </a:defRPr>
            </a:pPr>
            <a:r>
              <a:t>Rapid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F95A3"/>
                </a:solidFill>
                <a:latin typeface="Calibri"/>
              </a:defRPr>
            </a:pPr>
            <a:r>
              <a:t>Tool Creation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by Non-Engineering Teams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Amazing progress in building products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It's especially exciting to see how quickly non-engineering teams have created so many useful tools. This shows we're learning fast and moving in the right direction.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8F95A3"/>
                </a:solidFill>
                <a:latin typeface="Calibri"/>
              </a:defRPr>
            </a:pPr>
            <a:r>
              <a:t>💬 "Strong sign of organizational learning and agility"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DC2626"/>
                </a:solidFill>
                <a:latin typeface="Calibri"/>
              </a:defRPr>
            </a:pPr>
            <a:r>
              <a:t>🎯 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DC2626"/>
                </a:solidFill>
                <a:latin typeface="Calibri"/>
              </a:defRPr>
            </a:pPr>
            <a:r>
              <a:t>Strategic Focus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DC2626"/>
                </a:solidFill>
                <a:latin typeface="Calibri"/>
              </a:defRPr>
            </a:pPr>
            <a:r>
              <a:t>Faster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Learning Loops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Experimentation needs balance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Teams are focusing on minimal models to enhance learning speed while maintaining data quality. The key is developing deeper metrics beyond ROAS to avoid discarding potentially good models.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7C3AED"/>
                </a:solidFill>
                <a:latin typeface="Calibri"/>
              </a:defRPr>
            </a:pPr>
            <a:r>
              <a:t>🔬 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7C3AED"/>
                </a:solidFill>
                <a:latin typeface="Calibri"/>
              </a:defRPr>
            </a:pPr>
            <a:r>
              <a:t>Campaign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7C3AED"/>
                </a:solidFill>
                <a:latin typeface="Calibri"/>
              </a:defRPr>
            </a:pPr>
            <a:r>
              <a:t>€200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Per Creative Learning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Creative learning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New insights show creative learning takes about 45 days and costs around €200 per creative. This knowledge is crucial for campaign performance and helps teams make smarter testing decisions.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📊 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59669"/>
                </a:solidFill>
                <a:latin typeface="Calibri"/>
              </a:defRPr>
            </a:pPr>
            <a:r>
              <a:t>Model 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059669"/>
                </a:solidFill>
                <a:latin typeface="Calibri"/>
              </a:defRPr>
            </a:pPr>
            <a:r>
              <a:t>Automated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Model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Advanced behavior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Teams have developed a modular notebook for model evaluation that shows win rates and performance deltas. Future integration with LLM will enable automatic analysis and report generation.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🎮  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59E0B"/>
                </a:solidFill>
                <a:latin typeface="Calibri"/>
              </a:defRPr>
            </a:pPr>
            <a:r>
              <a:t>Gaming Milestone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Word Solitaire v1.7 Launch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59E0B"/>
                </a:solidFill>
                <a:latin typeface="Calibri"/>
              </a:defRPr>
            </a:pPr>
            <a:r>
              <a:t>Rolling out to 10%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New release features interactive ad elements, improved SDK, and enhanced analytics with BigQuery integration. Data growth from 1GB to 5-6GB shows strong user engagement.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F95A3"/>
                </a:solidFill>
                <a:latin typeface="Calibri"/>
              </a:defRPr>
            </a:pPr>
            <a:r>
              <a:t>Organized by Gaming Team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💰 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59669"/>
                </a:solidFill>
                <a:latin typeface="Calibri"/>
              </a:defRPr>
            </a:pPr>
            <a:r>
              <a:t>Company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059669"/>
                </a:solidFill>
                <a:latin typeface="Calibri"/>
              </a:defRPr>
            </a:pPr>
            <a:r>
              <a:t>$100M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Gross Profit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Exceptional financial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Reaching ~$100M gross profit with $20M EBITDA and projecting 40% year-over-year growth. This strong foundation supports our ambitious vision.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891B2"/>
                </a:solidFill>
                <a:latin typeface="Calibri"/>
              </a:defRPr>
            </a:pPr>
            <a:r>
              <a:t>🤖 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891B2"/>
                </a:solidFill>
                <a:latin typeface="Calibri"/>
              </a:defRPr>
            </a:pPr>
            <a:r>
              <a:t>AI Revolution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0891B2"/>
                </a:solidFill>
                <a:latin typeface="Calibri"/>
              </a:defRPr>
            </a:pPr>
            <a:r>
              <a:t>5-10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AI Agents per Employee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AI transformation accelerating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Every employee will manage 5-10 AI agents within 3-6 months. Our OKR Auditor already checks 1,000+ individual OKRs daily, and Daria AI Bot saves $4k/week analyzing app reviews.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DC2626"/>
                </a:solidFill>
                <a:latin typeface="Calibri"/>
              </a:defRPr>
            </a:pPr>
            <a:r>
              <a:t>🎯 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DC2626"/>
                </a:solidFill>
                <a:latin typeface="Calibri"/>
              </a:defRPr>
            </a:pPr>
            <a:r>
              <a:t>Gaming 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DC2626"/>
                </a:solidFill>
                <a:latin typeface="Calibri"/>
              </a:defRPr>
            </a:pPr>
            <a:r>
              <a:t>61%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F95A3"/>
                </a:solidFill>
                <a:latin typeface="Calibri"/>
              </a:defRPr>
            </a:pPr>
            <a:r>
              <a:t>Retention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by Gaming Division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Infinite Minesweeper exceeds benchmarks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Achieved 61% retention against Apple's ERA benchmark of 151-160%. Additionally, Solitaire v540 shows +21.67% D7 retention improvement and Crossword ROAS exceeded 200%.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8F95A3"/>
                </a:solidFill>
                <a:latin typeface="Calibri"/>
              </a:defRPr>
            </a:pPr>
            <a:r>
              <a:t>💬 "Gaming division turned profitable in 2025"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7C3AED"/>
                </a:solidFill>
                <a:latin typeface="Calibri"/>
              </a:defRPr>
            </a:pPr>
            <a:r>
              <a:t>🛡️ 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7C3AED"/>
                </a:solidFill>
                <a:latin typeface="Calibri"/>
              </a:defRPr>
            </a:pPr>
            <a:r>
              <a:t>Security Victory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7C3AED"/>
                </a:solidFill>
                <a:latin typeface="Calibri"/>
              </a:defRPr>
            </a:pPr>
            <a:r>
              <a:t>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F95A3"/>
                </a:solidFill>
                <a:latin typeface="Calibri"/>
              </a:defRPr>
            </a:pPr>
            <a:r>
              <a:t>Fraud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by Security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Massive fraud reduction achieved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Dynamic SDK signatures helped reduce fraud from 22% to under 4%. This dramatic improvement protects revenue and enhances platform integrity.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8F95A3"/>
                </a:solidFill>
                <a:latin typeface="Calibri"/>
              </a:defRPr>
            </a:pPr>
            <a:r>
              <a:t>💬 "Technology-driven security transformation"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💼 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59669"/>
                </a:solidFill>
                <a:latin typeface="Calibri"/>
              </a:defRPr>
            </a:pPr>
            <a:r>
              <a:t>Sales Excellence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059669"/>
                </a:solidFill>
                <a:latin typeface="Calibri"/>
              </a:defRPr>
            </a:pPr>
            <a:r>
              <a:t>$390k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F95A3"/>
                </a:solidFill>
                <a:latin typeface="Calibri"/>
              </a:defRPr>
            </a:pPr>
            <a:r>
              <a:t>Net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by Sales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Outstanding weekly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Closed 8 deals generating $390k net revenue in a single week. This demonstrates strong market traction and sales execution.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8F95A3"/>
                </a:solidFill>
                <a:latin typeface="Calibri"/>
              </a:defRPr>
            </a:pPr>
            <a:r>
              <a:t>💬 "Consistent high-performance sales execution"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🧘  WEEKLY RITUAL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59E0B"/>
                </a:solidFill>
                <a:latin typeface="Calibri"/>
              </a:defRPr>
            </a:pPr>
            <a:r>
              <a:t>Wellness Wednesday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Daily yoga with Anna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Join us at 13:10 CET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Office + online streaming available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75488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Work-Life Balance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wellness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Calibri"/>
              </a:defRPr>
            </a:pPr>
            <a:r>
              <a:t>📚  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8B5CF6"/>
                </a:solidFill>
                <a:latin typeface="Calibri"/>
              </a:defRPr>
            </a:pPr>
            <a:r>
              <a:t>Knowledge Community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Book Club 'Passionate Curiosity'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8B5CF6"/>
                </a:solidFill>
                <a:latin typeface="Calibri"/>
              </a:defRPr>
            </a:pPr>
            <a:r>
              <a:t>Ongoing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140+ participants exploring ideas together. Building a culture of continuous learning and intellectual curiosity across the organization.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F95A3"/>
                </a:solidFill>
                <a:latin typeface="Calibri"/>
              </a:defRPr>
            </a:pPr>
            <a:r>
              <a:t>Organized by Learning &amp; Development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EA580C"/>
                </a:solidFill>
                <a:latin typeface="Calibri"/>
              </a:defRPr>
            </a:pPr>
            <a:r>
              <a:t>🎨  WEEKLY RITUAL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EA580C"/>
                </a:solidFill>
                <a:latin typeface="Calibri"/>
              </a:defRPr>
            </a:pPr>
            <a:r>
              <a:t>Team Swag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BidMachine merchandise in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Custom sweatshirts coming soon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Show your team pride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75488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Team 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general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891B2"/>
                </a:solidFill>
                <a:latin typeface="Calibri"/>
              </a:defRPr>
            </a:pPr>
            <a:r>
              <a:t>💪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891B2"/>
                </a:solidFill>
                <a:latin typeface="Calibri"/>
              </a:defRPr>
            </a:pPr>
            <a:r>
              <a:t>Leadership Philosophy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Build. Ship. Improve.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"Shift from requirements to pull request mentality — focus on execution and continuous improvement"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CEO Mandate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2120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891B2"/>
                </a:solidFill>
                <a:latin typeface="Calibri"/>
              </a:defRPr>
            </a:pPr>
            <a:r>
              <a:t>action-focused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strategy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BE185D"/>
                </a:solidFill>
                <a:latin typeface="Calibri"/>
              </a:defRPr>
            </a:pPr>
            <a:r>
              <a:t>🏆 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BE185D"/>
                </a:solidFill>
                <a:latin typeface="Calibri"/>
              </a:defRPr>
            </a:pPr>
            <a:r>
              <a:t>Challenge Champions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BE185D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F95A3"/>
                </a:solidFill>
                <a:latin typeface="Calibri"/>
              </a:defRPr>
            </a:pPr>
            <a:r>
              <a:t>Champions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by AI Heroes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AI Advent Challenge completed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Six heroes completed all challenges in the 20-day AI Advent marathon. This demonstrates exceptional dedication to learning and skill development.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8F95A3"/>
                </a:solidFill>
                <a:latin typeface="Calibri"/>
              </a:defRPr>
            </a:pPr>
            <a:r>
              <a:t>💬 "Culture of continuous learning and achievement"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