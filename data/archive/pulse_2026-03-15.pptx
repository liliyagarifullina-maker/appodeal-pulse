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Sunday, March 15,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Artem Orlov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 you for all your explanations and bringing so much value to our team! The whole company is celebrating you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59E0B"/>
                </a:solidFill>
                <a:latin typeface="Calibri"/>
              </a:defRPr>
            </a:pPr>
            <a:r>
              <a:t>Tech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💔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Supporting 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Family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"Pavel needs time off for a family emergency. The team is showing incredible support with hearts and prayers."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Team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F4444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Innovation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10B981"/>
                </a:solidFill>
                <a:latin typeface="Calibri"/>
              </a:defRPr>
            </a:pPr>
            <a:r>
              <a:t>Rapid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Tool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Non-Engineering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Building at Lightning Speed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Non-engineering teams are creating useful tools faster than ever, showing incredible learning velocity and innovation mindset.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"We're moving in the right direction with cross-team innovation"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C3AED"/>
                </a:solidFill>
                <a:latin typeface="Calibri"/>
              </a:defRPr>
            </a:pPr>
            <a:r>
              <a:t>🔒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C3AED"/>
                </a:solidFill>
                <a:latin typeface="Calibri"/>
              </a:defRPr>
            </a:pPr>
            <a:r>
              <a:t>Security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7C3AED"/>
                </a:solidFill>
                <a:latin typeface="Calibri"/>
              </a:defRPr>
            </a:pPr>
            <a:r>
              <a:t>Enhanced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Security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Engineering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Scaling with Security in Mind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As we grow rapidly, the focus on proper engineering and security practices ensures our foundation remains strong.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"Growth without compromising on security standards"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Team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 &amp; Artem Pchelintsev &amp; Mikita Dzianisevich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performance that earned massive recognition from multiple team leads"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Excellence · Impact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Leadership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6B6D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 &amp; Michelle Walter &amp; Michael Lotfy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Kotov, Michelle Walter, Isahakyan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leadership and contribution across multiple projects"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6B6D4"/>
                </a:solidFill>
                <a:latin typeface="Calibri"/>
              </a:defRPr>
            </a:pPr>
            <a:r>
              <a:t>Leadership · Excellence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4CC16"/>
                </a:solidFill>
                <a:latin typeface="Calibri"/>
              </a:defRPr>
            </a:pPr>
            <a:r>
              <a:t>🏆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4CC16"/>
                </a:solidFill>
                <a:latin typeface="Calibri"/>
              </a:defRPr>
            </a:pPr>
            <a:r>
              <a:t>Cross-Team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4CC1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Alexandr Babich &amp; Sasha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Alexandr Babich, Sasha, Anna Timoshenko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"Excellent teamwork and mutual recognition showing strong collaborative culture"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4CC16"/>
                </a:solidFill>
                <a:latin typeface="Calibri"/>
              </a:defRPr>
            </a:pPr>
            <a:r>
              <a:t>Collaboration ·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Technical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B5CF6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 &amp;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Heras, Ana Abuseridze, Dima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contributions and problem-solving skills"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CF6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Product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Maxim Sinyaev &amp; Agustin &amp; Sergio-Yersi Villegas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Agustin, Sem Sinchenko, Emil Sharafiev, Alessandro, Antonio Clavelli, Wojo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"Driving product innovation and development forward with incredible energy"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Innovation · Drive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⚡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DevOps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Dzmitry Baran &amp; anton.nikifarau &amp; Isahakyan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Aleh Mentuz, Ivan Litvinau, Anna Hrytsel, Mikita Dzianisevich, stas.k, Petr Chebanov, Cagatay Akcam, Viktar Plesko, Vladislav Nikolaev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"Maintaining infrastructure excellence and supporting team productivity"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Reliability ·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Financial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10B981"/>
                </a:solidFill>
                <a:latin typeface="Calibri"/>
              </a:defRPr>
            </a:pPr>
            <a:r>
              <a:t>$100M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Gross Profit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Exceptional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Company achieving $100M gross profit with $20M EBITDA, projecting 40% year-over-year growth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C3AED"/>
                </a:solidFill>
                <a:latin typeface="Calibri"/>
              </a:defRPr>
            </a:pPr>
            <a:r>
              <a:t>🎯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C3AED"/>
                </a:solidFill>
                <a:latin typeface="Calibri"/>
              </a:defRPr>
            </a:pPr>
            <a:r>
              <a:t>Vision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7C3AED"/>
                </a:solidFill>
                <a:latin typeface="Calibri"/>
              </a:defRPr>
            </a:pPr>
            <a:r>
              <a:t>$50B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Target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Building Toward Greatness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Strategic roadmap targeting $50B company valuation with 1,500 employees across 100 studios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6B6D4"/>
                </a:solidFill>
                <a:latin typeface="Calibri"/>
              </a:defRPr>
            </a:pPr>
            <a:r>
              <a:t>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AI Agents per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Every Employee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The Future is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Within 3-6 months, every team member will manage 5-10 AI agents, revolutionizing how we work and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"AI isn't replacing us—it's amplifying our capabilities"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Gaming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9E0B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Turned Profitable in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Infinite Minesweeper achieving 61% retention, with Solitaire v540 boosting D7 retention by +21.67%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"Strategic pivot to gaming is paying off massively"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Fraud Prevention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F4444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From 22% to Under 4% Fraud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slashed fraud rates dramatically, protecting revenue and user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"Innovation in security drives business results"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📚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Book Club Thriving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Passionate Curiosity Lives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Join 140+ colleagues in our Book Club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Building minds and connections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Continuous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#book-club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