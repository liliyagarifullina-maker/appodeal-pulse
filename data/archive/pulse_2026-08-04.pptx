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August 04,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Gleb Eliseev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August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UA: Engineering · * Armenia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team and Happy Monday! Let's take a moment to welcome our new Head of Global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team and Happy Monday! Let's take a moment to welcome our new Head of Global Account Management, Supply - , who's joining us today! Camille is a supply and mobile monetization leader with 12+ years of experience in AdTech, spanning app &amp;amp; gaming monetization, programmatic advertising, publishe"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Irina Koval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All - A quick shout-out to the APAC team ( ) for planning and executing an outst...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"All - A quick shout-out to the APAC team ( ) for planning and executing an outstanding ChinaJoy 2026 and the design team for the new design ( ). The attention to detail was exceptional, creating a superior experience for our customers and ensuring everything ran seamlessly for the visiting team ( ,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Paul Childs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Anastasia Radek received 25× from Ryan Christopher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"Anastasia Radek received 25× from Ryan Christopher"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Iurii Kotov Dima M. received 13× from Anna Timoshenko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"Iurii Kotov Dima M. received 13× from Anna Timoshenko"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