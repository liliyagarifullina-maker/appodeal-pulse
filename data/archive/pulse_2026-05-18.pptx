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May 18,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Sergei Chibirev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David Dyer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United States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Gulya Latypova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Office Management team: A&amp;amp;F · * United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 - wanted to give you an update on Learnings Integration at Appodeal. Thanks...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 - wanted to give you an update on Learnings Integration at Appodeal. Thanks to everyone who reviewed the Learning Integration doc — 58 comments shaped where V1 lands. 1. Many questions were answered via clarification in the comments. Threads stay searchable; no body changes needed. 2. Three imp"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Inside Anthropic's $100 Billion Al Compute Commitment | CFO Krishna Rao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Siddharth Sahani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Aleh Mentuz received 20× from Danila Matveev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"Aleh Mentuz received 20× from Danila Matveev"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Dima M. received 20×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"Dima M. received 20×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