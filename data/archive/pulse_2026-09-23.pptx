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September 23,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Barens Tech Solutions Corp.</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Sales · * Canada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Andreu Margarit</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Engineering · * Spain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Today is my last working day at Appodeal. I joined the UA Engineerin...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Today is my last working day at Appodeal. I joined the UA Engineering team a little over a year ago to look after the Clojure bidder, and ended up watching it get rewritten in Rust and successfully moved to production. It’s been a great year - I’ve learned a lot, and I’m proud of what we"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Gleb Eliseev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I’m narrowing my scope, but will stay on as CTO. My scope this year has be...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I’m narrowing my scope, but will stay on as CTO. My scope this year has been very broad, and broad is not where i’m useful. I’m going back to the work where my hands actually move the numbers: infrastructure and hosting costs, platform engineering and a few AI opportunities with real business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Our agentic pilot hit a new milestone: Amazon is now testing our seller agent on...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"Our agentic pilot hit a new milestone: Amazon is now testing our seller agent on live mobile in-app inventory. We've published the news inviting more demand partners, agency trading desks and independent developers to join. Huge thanks to for all the effort behind this announcement If you know a buy"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Anastasia Zhizhchenko received 30× from Zhexuan Qiu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"Anastasia Zhizhchenko received 30× from Zhexuan Qiu"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Agustin Seb Andrey Chuprov ArtKip Sergio-Yersi Villegas Antonio Clavelli Maxim 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"Agustin Seb Andrey Chuprov ArtKip Sergio-Yersi Villegas Antonio Clavelli Maxim Sinyaev Edgar Felipe Bereilh Dario Hernandez Wojo Roman de las Heras Kseniia Maiorova received 3× from Francesco"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