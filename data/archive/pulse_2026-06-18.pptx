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June 18,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Thank you to everyone who joined yesterday's Lunch &amp; Learn: AI Projects Sho...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Thank you to everyone who joined yesterday's Lunch &amp; Learn: AI Projects Showcase by the DA Team! A big thank you to our organizers, * and , for putting together a great session, and to our speakers , , , and * for sharing their projects, insights, and practical applications of AI. If you missed"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We are starting to rolling out the first iteration of our A-player...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We are starting to rolling out the first iteration of our A-players programme. As part of it, we're launching a short weekly check-in survey — one question, which will take you under a minute to complete. If you receive a DM from the soon — that's your invite. Please tell us what's blo"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Lunch &amp;amp; Learn starts in 12 minutes! Today: AI Projects Sh...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Lunch &amp;amp; Learn starts in 12 minutes! Today: AI Projects Showcase by the DA Team Join us to see practical AI solutions built by your colleagues and hear directly from the teams behind them. See you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Fox to acquire streaming company Roku for $22bn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Combined company will become third-largest in US television by share of viewing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Miguel Perez received 20× from Dima 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"Miguel Perez received 20× from Dima M."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Alina Li received 25× from Konstantin Ilchenko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"Alina Li received 25× from Konstantin Ilchenko"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