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July 09,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Lise Brandely</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08</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HR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and Happy Monday! Let's take a moment to welcome our new Director of Eng...</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and Happy Monday! Let's take a moment to welcome our new Director of Engineering, UA DSP (MGP team) - *, who's joining us today! Joel is a software engineering leader with over 15 years of experience across b2b and b2c businesses, building high-functioning engineering teams that deliver on t"</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Irina Koval</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[HIGH] Hello &lt;!subteam^S05ARPM4MC0&gt; team, Google Play payments are currently on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"[HIGH] Hello &lt;!subteam^S05ARPM4MC0&gt; team, Google Play payments are currently on hold for the Appodeal Inc. account. Google requires proof of the relationship between the account holder (, VP Finance) and Appodeal (Ads on mail). Could someone please provide an authorization or employment letter for D"</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Eduard Malkhasyan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Sasha Sakovich tanya moroz Armaan Pandher Roman Loboda received 12× from Gleb Kr...</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"Sasha Sakovich tanya moroz Armaan Pandher Roman Loboda received 12× from Gleb Krahotkin"</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andrii.i received 20× from Konstantin Ilchenko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"andrii.i received 20× from Konstantin Ilchenko"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