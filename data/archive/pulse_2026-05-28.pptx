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Thursday, May 28,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Dan Owens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Sales · * United Kingdom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Iaroslav Zhuravlev received 20× from Dima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"Iaroslav Zhuravlev received 20× from Dima M."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Sergio-Yersi Villegas received 50× from Francesco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"Sergio-Yersi Villegas received 50× from Francesco"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