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August 12,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Artem Pchelintsev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12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Srikanth Reddy</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12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Roman Shakhanov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12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With love, Your Appodeal Team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Small milestone worth celebrating: BidMachine just hit 2K followers on LinkedIn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"Small milestone worth celebrating: BidMachine just hit 2K followers on LinkedIn We’re up 18% over the last 30 days, all organic. If you’re not following us yet, come join us and feel free to invite your network too. Next stop: 200K"</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 The results of our Q2 Engagement &amp;amp; Strategy Alignment survey are ready!...</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 The results of our Q2 Engagement &amp;amp; Strategy Alignment survey are ready! A big thank you to everyone who took the time to share your feedback Your input helps us understand not only where we’re doing well, but also where we should focus next. In the presentation, you’ll find: What we’ve done"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The Future is for Everyone</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Read Mark Zuckerberg’s piece on our values for building superintelligence for everyone.</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Kristapor Raffi Giragosian</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Anna Timoshenko received 20× from Iurii Kotov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"Anna Timoshenko received 20× from Iurii Kotov"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Olga Petriakova Daryna Rudavka Diliara Kurtmimetova Irina Koval Yanina Lozben re...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"Olga Petriakova Daryna Rudavka Diliara Kurtmimetova Irina Koval Yanina Lozben received 10× from Peter Van Kersen"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