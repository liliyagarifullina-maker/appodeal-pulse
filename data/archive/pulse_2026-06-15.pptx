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June 15,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Yanina Lozben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HR · * Belarus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Fox to acquire streaming company Roku for $22bn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Combined company will become third-largest in US television by share of viewing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Viktor Trykolenko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Veronika Yastrebova received 20× from Viktar Plesko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"Veronika Yastrebova received 20× from Viktar Plesko"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Herman Ignatovich received 50× from Samat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"Herman Ignatovich received 50× from Samat"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