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May 04,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Wojciech Rosa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Science · * Poland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