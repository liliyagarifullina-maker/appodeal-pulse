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October 13,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Antonio Clavelli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Data Science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Robertas Gircys</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BidMachine Business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Reminder: Q3 Performance Review – Let's Reach 100%! Hi everyone! We're approachi...</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"Reminder: Q3 Performance Review – Let's Reach 100%! Hi everyone! We're approaching the Q3 Performance Review deadline – October 14, and we'd really appreciate your help in completing all outstanding assessments as soon as possible. Current completion rates: • Self Assessments: 54% • Manager Assessme"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 want to thank everyone sharing your feedback with the leadership team. Please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 want to thank everyone sharing your feedback with the leadership team. Please keep doing so! Your feedback is very important. Whenever you can, don’t stay anonymous, put your name. It will allow us to have a follow up discussion, understand the context better and act faster and in a more meaningfu"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Roman Rinchinov received 50×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"Roman Rinchinov received 50×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