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August 13,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Dario Hernandez Gómez</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12</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Gaming Data &amp;amp; Automation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Small milestone worth celebrating: BidMachine just hit 2K followers on LinkedIn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"Small milestone worth celebrating: BidMachine just hit 2K followers on LinkedIn We’re up 18% over the last 30 days, all organic. If you’re not following us yet, come join us and feel free to invite your network too. Next stop: 200K"</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 The results of our Q2 Engagement &amp;amp; Strategy Alignment survey are ready!...</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 The results of our Q2 Engagement &amp;amp; Strategy Alignment survey are ready! A big thank you to everyone who took the time to share your feedback Your input helps us understand not only where we’re doing well, but also where we should focus next. In the presentation, you’ll find: What we’ve done"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A quick update to the Q2 Engagement &amp;amp; Strategy Alignment survey results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A quick update to the Q2 Engagement &amp;amp; Strategy Alignment survey results Following the request for more transparent insights, we've updated the presentation shared yesterday to include more detail behind the results and give a clearer view of the feedback we received Updated Q2 Engagement &amp;am"</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The Future is for Everyone</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Read Mark Zuckerberg’s piece on our values for building superintelligence for everyone.</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Kristapor Raffi Giragosian</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Alexey Akulshin received 30× from Viktor Trykolenko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"Alexey Akulshin received 30× from Viktor Trykolenko"</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andrii.i received 25× from Kirill Khramkov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"andrii.i received 25× from Kirill Khramkov"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