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July 06,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Tatiana Rokhlova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Valentino Agazzi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RevOps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and happy July everyone! Summer is in full swing, bringing longer days, well-...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and happy July everyone! Summer is in full swing, bringing longer days, well-deserved vacations, and plenty of reasons to celebrate. Before we jump into everything July has in store, let’s take a moment to look back at June and catch up on the latest HR news and highlights June Newcomers Let’s gi"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Performance Review Cycle Is Open Hi everyone! We're launching a streamlined Perf...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"Performance Review Cycle Is Open Hi everyone! We're launching a streamlined Performance Review cycle aimed at maintaining regular feedback and reflection while keeping the process simple and focused. The review includes: • A performance rating based on our familiar 1–5 scale • A reflection supportin"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All Hands Meeting – July 9 Hi ! Our next All Hands Meeting is coming up on Thurs...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"All Hands Meeting – July 9 Hi ! Our next All Hands Meeting is coming up on Thursday, July 9, from 16:00–17:30 CET. Calendar invitations have already been sent and should be waiting for you in your mailbox , so please make sure to accept them if you haven't done so yet. We'd also love to hear from yo"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Mariia Moskvina received 15× from Konstantin Ilchenko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"Mariia Moskvina received 15× from Konstantin Ilchenko"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Anna Timoshenko received 15× from Konstantin Ilchenko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"Anna Timoshenko received 15× from Konstantin Ilchenko"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