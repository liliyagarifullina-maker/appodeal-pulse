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September 02,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Alexei Meglei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September everyone! As summer slowly comes to an end and we get rea...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September everyone! As summer slowly comes to an end and we get ready to welcome a new season, it’s time for our monthly look back! Before we dive into September, let’s take a moment to celebrate the people, achievements, and highlights that made August special August Newcomers Let’s gi"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@here, The answers to the open questions from the Squads all-hands and the Le...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@here, The answers to the open questions from the Squads all-hands and the Leadership Wednesday thread are published: Squads: open questions &amp;amp; answers What you'll find there: why squads and why now, what we got wrong in the rollout, which feedback changed the plan and what we overruled, the 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Vasyl Plesiuk received 15× from Artyom Pashinin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"Vasyl Plesiuk received 15× from Artyom Pashinin"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Anastasia Zhizhchenko received 20× from 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"Anastasia Zhizhchenko received 20× from Iurii Kotov"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