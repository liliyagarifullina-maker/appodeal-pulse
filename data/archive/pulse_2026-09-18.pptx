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Friday, September 18,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 big shout-out to the brilliant , and ! AdExchanger, one of the industry’s lead...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 big shout-out to the brilliant , and ! AdExchanger, one of the industry’s leading publications, has named them among its 2026 Top Women in Media &amp;amp; Ad Tech. No surprises here for anyone who’s worked with them, but plenty to celebrate! Here are the categories they’re being recognized in: Berta: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Anastasia Radek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everyone Thursday, September 24th is a public holiday in the Barcelona office...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everyone Thursday, September 24th is a public holiday in the Barcelona office. Please plan accordingly"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Emma Syniehubova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all, I received a lot of feedback about compliance we have in our org and how...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all, I received a lot of feedback about compliance we have in our org and how it affects our ability to think outside the box. Here’s my binding commitment: I will do my best to convince the C-Suite to drop the OKR Health Rate, Culture Health Rate, Meeting Discipline and Daily Shipment requiremen"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Pavel Golubev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Artem Pchelintsev received 15× from Agustin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"Artem Pchelintsev received 15× from Agustin"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Rosa tanya moroz evgeny.garlukovich received 10× from Paul Childs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"Rosa tanya moroz evgeny.garlukovich received 10× from Paul Childs"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