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June 09,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Eren Sakarya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Jura Guz received 20× from Dima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"Jura Guz received 20× from Dima M."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Maria Plendukova received 20× from Anush Vardanyan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"Maria Plendukova received 20× from Anush Vardanyan"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