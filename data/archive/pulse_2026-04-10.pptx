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Friday, April 10,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Semen Sinchenko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April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Team, I’m happy to share that the merger of AppGrowth Inc. into BidMachine, Inc....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"Team, I’m happy to share that the merger of AppGrowth Inc. into BidMachine, Inc. officially closed on April 6, filed and accepted by the State of Delaware. What happened: Until now, our mediation, exchange, and DSP capabilities lived across separate legal entities — Appodeal, BidMachine, and AppGrow"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Pavel Golubev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and happy April everyone! As we move into a new month, let’s take a moment to...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and happy April everyone! As we move into a new month, let’s take a moment to look back at March and recap the latest HR updates and highlights March Newcomers Let’s give a warm welcome to our March newcomers! – AI &amp;amp; Automation Analyst – Senior Solution Architect - AI &amp;amp; Automation Analyst"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Katarzyna Raniszewska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Gleb Krahotkin received 40× from Aleksei Gerasimov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"Gleb Krahotkin received 40× from Aleksei Gerasimov"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Vladimir Samoylov received 25× from Veronika Yastrebova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"Vladimir Samoylov received 25× from Veronika Yastrebova"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