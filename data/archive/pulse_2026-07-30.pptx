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July 30,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Dmytro Romantsov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Product · * Netherlands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Jade Graves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 Sales · * United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Tomorrow, will host a session on Agentic Workflows. We'll cover: • use cases and...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"Tomorrow, will host a session on Agentic Workflows. We'll cover: • use cases and practical examples; • deploying on our company infrastructure using AWS Bedrock and Langfuse. Invitations have already been sent to the required attendees. If you're interested in learning more - feel free to join the 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We believe no one knows your area of responsibility better than you. Please go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"We believe no one knows your area of responsibility better than you. Please go to your profile: 1. Find the "My Responsibility" button — the text there is auto-generated from the Knowledge Graph 2. Help us improve it — edit it however you think best reflects what you own and how you contribute (whet"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Q2 Performance Assessments are now available! The calibration process has b...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Q2 Performance Assessments are now available! The calibration process has been completed, and the assessment results have now been shared through Leapsome. You should receive a notification shortly and be able to access your assessment in the platform. Managers, the next step is the most import"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Maria Plendukova received 20× from Isahakyan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"Maria Plendukova received 20× from Isahakyan"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yurii.ivanovskyi received 30× from Mariia Moskvina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"yurii.ivanovskyi received 30× from Mariia Moskvina"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