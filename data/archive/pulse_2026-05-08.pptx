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May 08,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Miguel Pérez Pasalodos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Engineering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Siddharth Sahani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 — a quick transmission from the Google Temple in NYC. , , and I met with An...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 — a quick transmission from the Google Temple in NYC. , , and I met with Andrew Hickey and his Jedi Council to advance our Direct Placement / P2P mission. We walked them through how enabling Direct Placement inside GAM360 unlocks Direct Pay — something T‑Mobile and The Weather Channel are alrea"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Mark Fruehan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and happy May everyone! Longer days, warmer weather, and a bit more sunshine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and happy May everyone! Longer days, warmer weather, and a bit more sunshine — feels like the perfect moment to recharge and enjoy the spring energy. Before we fully dive into May, let’s take a quick look back at April and recap the latest HR updates and highlights April Newcomers Let’s give a wa"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everyone! All Hands – May 14 Our next All Hands is happening on May 14, 16:0...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everyone! All Hands – May 14 Our next All Hands is happening on May 14, 16:00–17:30 CET (calendar invite should already be there ). We want to make it as useful as possible for you — so we’ve launched a short survey where you can share questions or topics you’d like leadership to address: [click"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Automating Your Monetization Playbook with CloudX CLI  | CloudX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CLI is a new interface for working with CloudX, one that can be automated, adjusted, and configured to your very specific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Evgeny Garlukovich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manzuk received 25× from Maria Plendukova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"manzuk received 25× from Maria Plendukova"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aleksandr.chigaleichik received 10× from Francesco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"aleksandr.chigaleichik received 10×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