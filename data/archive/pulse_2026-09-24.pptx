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September 24,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Barens Tech Solutions Corp.</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September 23</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Holding: Sales · * Canada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Goodbye !!! Goodbye team!!! After everything we've been through together, writin...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"Goodbye !!! Goodbye team!!! After everything we've been through together, writing this message is not easy but I want to make sure I leave with the words that truly reflect what this experience has meant to me. First and foremost, thank you . Thank you for trusting me to lead you. That trust was nev"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Francesco Cerigioni</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Today is my last working day at Appodeal. I joined the UA Engineerin...</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Today is my last working day at Appodeal. I joined the UA Engineering team a little over a year ago to look after the Clojure bidder, and ended up watching it get rewritten in Rust and successfully moved to production. It’s been a great year - I’ve learned a lot, and I’m proud of what we"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Gleb Eliseev</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Team, I’m narrowing my scope, but will stay on as CTO. My scope this year has be...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"Team, I’m narrowing my scope, but will stay on as CTO. My scope this year has been very broad, and broad is not where i’m useful. I’m going back to the work where my hands actually move the numbers: infrastructure and hosting costs, platform engineering and a few AI opportunities with real business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Alexandr Zhitlukhin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Anna Hrytsel received 10× from Ivan Litvinau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"Anna Hrytsel received 10× from Ivan Litvinau"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Aleh Mentuz received 10× from Ivan Litvinau</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"Aleh Mentuz received 10× from Ivan Litvinau"</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