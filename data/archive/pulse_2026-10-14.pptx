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October 14,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Sergey Baranov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October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Marketing A&amp;amp;F · * Georgia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Reminder: Q3 Performance Review – Let's Reach 100%! Hi everyone! We're approachi...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"Reminder: Q3 Performance Review – Let's Reach 100%! Hi everyone! We're approaching the Q3 Performance Review deadline – October 14, and we'd really appreciate your help in completing all outstanding assessments as soon as possible. Current completion rates: • Self Assessments: 54% • Manager Assessme"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 *! This the final reminder: Q3 Performance Review &amp;amp; Monthly Empl...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 *! This the final reminder: Q3 Performance Review &amp;amp; Monthly Employee Pulse Today, October 14, is the final deadline for completing all Q3 Performance Review assessments in Leapsome, including your self-assessment, peer assessments, and assessments for your direct reports (where appli"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AdSurge is the new ad network built by Miniclip with help from Tencent AI and Easybrain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The platform offers both user acquisition and ad monetisation and draws on data and expertise from Miniclip, Easybrain and Tencent.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Camille Labat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Artur Abizgeldin received 50× from Zhexuan Qiu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"Artur Abizgeldin received 50× from Zhexuan Qiu"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Roman Rinchinov received 50× from Anna Timoshenko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"Roman Rinchinov received 50× from Anna Timoshenko"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