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September 14,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Michael Lotfy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RevOps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 The Warsaw office is celebrating Programmer's Day today and we want...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 The Warsaw office is celebrating Programmer's Day today and we wanted to share it with all of you as well! We kicked off the morning with a custom cake (spoiler: there's almost none left, hehe ) But the real highlight is the Duck Challenge : 100 micro ducks were hidden all around the of"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Iryna Peretiatko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Happy International Programmers’ Day! Today we’re celebrating the people who mak...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"Happy International Programmers’ Day! Today we’re celebrating the people who make technology happen — one commit, experiment, fix, and occasionally mysterious bug at a time. A huge shout-out to all the brilliant programmers across Appodeal! Thank you for building and improving our products, tackling"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BidMachine earned four G2 badges for Fall 2026 G2, the world’s largest data sour...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"BidMachine earned four G2 badges for Fall 2026 G2, the world’s largest data source for B2B software, named us a Leader in Ad Networks and in App Monetization Platforms for Mid-Market, plus a High Performer in SSP and App Monetization Platforms overall. It’s a well-deserved achievement, made even mor"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Radek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Roman Rinchinov Iurii Kotov received 20× from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"Roman Rinchinov Iurii Kotov received 20× from Anna Timoshenko"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Ira received 50× from Kasia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"Ira received 50× from Kasia"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