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October 09,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Ed 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My team and I just closed the Q. I am attempting to take a few days off. We have...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"My team and I just closed the Q. I am attempting to take a few days off. We have deals, that will be game changing for us. Requiring me to work both ends of the candle. And I need " All Hands On IT".. including legal, finance, and my direct team. Right now we are committed to the 14th."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Mark Fruehan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At the moment only 10% of managers have finalized their performance reviews...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At the moment only 10% of managers have finalized their performance reviews. Wednesday is a great day to get this done as it's generally meeting free and since we're reflecting on better leadership... Be a great leader and get this done!"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People Standards Environment: Session 5 recap + this Friday's prep Thanks to eve...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"People Standards Environment: Session 5 recap + this Friday's prep Thanks to everyone who joined Session 5 (Oct 2): AppLovin, part 1. Running a 1,000-person company with very few meetings. 3 takeaways: • Killing meetings means cleaning, not a top-down list. Decline what you don't attend, review your"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Eren Sakarya, Alina Li, Emil Sharafiev, Sergio-Yersi Villegas and Edgar Herrera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"Eren Sakarya, Alina Li, Emil Sharafiev, Sergio-Yersi Villegas and Edgar Herrera Delgado received 10×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Dzmitry Paplauski received 10× from Andrei Pugachev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"Dzmitry Paplauski received 10× from Andrei Pugachev"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