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Friday, August 14,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Ru Zha</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13</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Holding: Sales · * China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 The results of our Q2 Engagement &amp;amp; Strategy Alignment survey are ready!...</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 The results of our Q2 Engagement &amp;amp; Strategy Alignment survey are ready! A big thank you to everyone who took the time to share your feedback Your input helps us understand not only where we’re doing well, but also where we should focus next. In the presentation, you’ll find: What we’ve done"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A quick update to the Q2 Engagement &amp;amp; Strategy Alignment survey results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A quick update to the Q2 Engagement &amp;amp; Strategy Alignment survey results Following the request for more transparent insights, we've updated the presentation shared yesterday to include more detail behind the results and give a clearer view of the feedback we received Updated Q2 Engagement &amp;am"</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Dima M. Iurii Kotov received 10× from Isahakyan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"Dima M. Iurii Kotov received 10× from Isahakyan"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Dima M. received 15× from Iurii Kotov</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"Dima M. received 15× from Iurii Kotov"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