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April 22,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team! This Friday, we hosted a tennis tournament in our Warsaw office in Pol...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team! This Friday, we hosted a tennis tournament in our Warsaw office in Poland I put this together after seeing how much you all enjoy playing during breaks, and I thought it would be a nice way to bring everyone together for something fun and a little competitive The tournament turned out very"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Monday, everyone! This past Saturday, our Parkland office took part in the...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Monday, everyone! This past Saturday, our Parkland office took part in the Greatest American Cleanup event and spent the morning cleaning up Red Reef Park beach. It was a beautiful day by the ocean, and getting to do something meaningful together, with family in tow , made it even more special"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team! Important! Please ignore new notification from ! They should have been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team! Important! Please ignore new notification from ! They should have been disabled!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Babenok received 25× from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Babenok received 25× from Tatiana Rokhlova"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Samat received 50× from Valentino Agazzi Mandozzi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"Samat received 50× from Valentino Agazzi Mandozzi"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