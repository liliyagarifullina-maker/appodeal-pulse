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April 24,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happy to share that yesterday’s GTC VIP Dinner in Shenzhen, China went reall...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happy to share that yesterday’s GTC VIP Dinner in Shenzhen, China went really smoothly. The APAC team has been busy on-site meeting with clients and actively connecting with new potential partners. It was great to see a full house and strong engagement throughout the night. Really appreciate eve"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Charlene Zheng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Culinary Team Building in the Parkland office Yesterday we all enjoyed a Tatar 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"Culinary Team Building in the Parkland office Yesterday we all enjoyed a Tatar echpochmak night when we cooked, laughed, and ate all together after a big work day! Huge thank you to for dreaming this up, for making it happen so seamlessly, and for keeping the energy high with the perfect playlist Sh"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[Non-Engineers] Hello team, here is a simple interactive site and some videos wh...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"[Non-Engineers] Hello team, here is a simple interactive site and some videos where you can understand what Git is and how to use it for controlling your repositories • Interactive practice (very simple and visual): → You can “play” with Git and see what happens step by step • GitHub Desktop guide ("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Eduard Malkhasyan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Artem Orlov received 50× from Dima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"Artem Orlov received 50× from Dima"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Pavel Duniashev received 50×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"Pavel Duniashev received 50×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