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May 20,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all, please welcome — our new Chief Operating Officer, joining us on 20 July...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all, please welcome — our new Chief Operating Officer, joining us on 20 July! Kristapor joins us in Barcelona moving from London, where he co-founded TrustedIQ, an AI SaaS platform built around contract intelligence and commercial data. Before that, he spent 8 years at Cognism — one of the most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Last Thursday we had the pleasure of hosting the 5th edition of Bar...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Last Thursday we had the pleasure of hosting the 5th edition of Barcelona Data Nights — and what an amazing evening it was! A huge thank you to everyone who joined us in Barcelona for great talks, discussions, networking, rooftop conversations, and overall fantastic atmosphere. It was 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Just a friendly reminder to complete the ongoing surveys if you haven’t had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Just a friendly reminder to complete the ongoing surveys if you haven’t had a chance yet Engagement &amp;amp; Strategy Survey Your feedback helps us better understand how we’re doing as a company and where we can improve together. Monthly Check-in A moment to reflect on our Core Values and Leadership"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How Playrix Increased ROAS 14% With Unity Vector | 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Playrix’s Aleksandr Bajev shares how the top studio leverages Unity Ads powered by Unity Vector to grow their game Township for the long-term.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Maksym Fedorov received 50×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"Maksym Fedorov received 50×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Emma received 50× from Aleksandr Drozdov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"Emma received 50× from Aleksandr Drozdov"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