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July 22,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Gleb Krahotkin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Andrea Aloisi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 quick note on how we think about performance ratings. For the moment,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 quick note on how we think about performance ratings. For the moment, we rate performance 1–5 each quarter, and I want to be clear about what that number means here. A 3 at Appodeal is not a 3 anywhere else. We hold ourselves to a higher bar than most companies, and our ratings should refl"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there are still two surveys waiting for you in Leapsome! • 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there are still two surveys waiting for you in Leapsome! • Engagement &amp;amp; Strategy Alignment Survey Only 2 days left! So far, 28.8% of you have shared their feedback. If you haven't had a chance yet, we'd really appreciate hearing your thoughts. Your feedback helps us better und"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Anastasia Sokolova Alexandr Babich Alex Kozhura Sasha Sakovich Alexander Ivanov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"Anastasia Sokolova Alexandr Babich Alex Kozhura Sasha Sakovich Alexander Ivanov received 10× from Sasha"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Pavlo received 20× from anna.kaliada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"Pavlo received 20× from anna.kaliada"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