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Wednesday, July 29,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* Jade Graves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July 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* Holding Sales · * United States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Hi ! Q2 Performance Assessments are now available! The calibration process has b...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"Hi ! Q2 Performance Assessments are now available! The calibration process has been completed, and the assessment results have now been shared through Leapsome. You should receive a notification shortly and be able to access your assessment in the platform. Managers, the next step is the most import"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Katarzyna Raniszewska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Irina Zelenskaya received 5× from Isahakyan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"Irina Zelenskaya received 5× from Isahakyan"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Mykhailo Kukharskyi received 25× from Alex Maljkovic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"Mykhailo Kukharskyi received 25× from Alex Maljkovic"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