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828800"/>
            <a:ext cx="9966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5C6270"/>
                </a:solidFill>
                <a:latin typeface="Calibri"/>
              </a:defRPr>
            </a:pPr>
            <a:r>
              <a:t>APPODEAL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468880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 i="0">
                <a:solidFill>
                  <a:srgbClr val="FFFFFF"/>
                </a:solidFill>
                <a:latin typeface="Calibri"/>
              </a:defRPr>
            </a:pPr>
            <a:r>
              <a:t>PULSE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84048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8F95A3"/>
                </a:solidFill>
                <a:latin typeface="Calibri"/>
              </a:defRPr>
            </a:pPr>
            <a:r>
              <a:t>Tuesday, March 10,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4572000"/>
            <a:ext cx="210312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Liliya Garifullina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March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With love, Your Appodeal Team 💜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Roman de las Heras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March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With love, Your Appodeal Team 💜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Olga Petriakova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March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With love, Your Appodeal Team 💜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Olga Petriakova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March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With love, Your Appodeal Team 💜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Alexandra Molchan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March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With love, Your Appodeal Team 💜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Sergei Bashkirtsev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March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With love, Your Appodeal Team 💜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Roman Shakhanov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March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With love, Your Appodeal Team 💜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Vladimir Khrolovich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March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With love, Your Appodeal Team 💜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Dmitry Feshchenko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March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With love, Your Appodeal Team 💜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Giulia Galvani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March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With love, Your Appodeal Team 💜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Katarzyna Raniszewska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March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With love, Your Appodeal Team 💜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Radu Stoia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March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With love, Your Appodeal Team 💜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Eduard Malkhasyan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March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With love, Your Appodeal Team 💜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Daryna Rudavka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March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With love, Your Appodeal Team 💜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Yanina Lozben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March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With love, Your Appodeal Team 💜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Irina Koval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March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With love, Your Appodeal Team 💜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Francesco Cerigioni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March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With love, Your Appodeal Team 💜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Iryna Peretiatko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March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With love, Your Appodeal Team 💜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Iryna Peretiatko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March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With love, Your Appodeal Team 💜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0FFD1"/>
                </a:solidFill>
                <a:latin typeface="Calibri"/>
              </a:defRPr>
            </a:pPr>
            <a:r>
              <a:t>📢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FFD1"/>
                </a:solidFill>
                <a:latin typeface="Calibri"/>
              </a:defRPr>
            </a:pPr>
            <a:r>
              <a:t>From #general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&lt;!channel&gt; Team,</a:t>
            </a:r>
            <a:br/>
            <a:r>
              <a:t>Anna is &lt;https://appodeal.slack.com/archives/C08RDS0MU2F/p17730...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"&lt;!channel&gt; Team,</a:t>
            </a:r>
            <a:br/>
            <a:r>
              <a:t>Anna is &lt;https://appodeal.slack.com/archives/C08RDS0MU2F/p1773043372580949|starting&gt; a reading club around the book _The 4 Disciplines of Execution_, and I encourage everyone to join.</a:t>
            </a:r>
            <a:br/>
            <a:br/>
            <a:r>
              <a:t>The book focuses on four core concepts:</a:t>
            </a:r>
            <a:br/>
            <a:r>
              <a:t>• *Wildly Important Goals (WIGs)*</a:t>
            </a:r>
            <a:br/>
            <a:r>
              <a:t>• *Leading and Lagging M"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Pavel Golubev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#general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0FFD1"/>
                </a:solidFill>
                <a:latin typeface="Calibri"/>
              </a:defRPr>
            </a:pPr>
            <a:r>
              <a:t>📢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FFD1"/>
                </a:solidFill>
                <a:latin typeface="Calibri"/>
              </a:defRPr>
            </a:pPr>
            <a:r>
              <a:t>From #general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&lt;@UCQDMDR9B&gt; Thank you for raising your concerns about AI tools *YOU* are buildi...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"&lt;@UCQDMDR9B&gt; Thank you for raising your concerns about AI tools *YOU* are building.</a:t>
            </a:r>
            <a:br/>
            <a:br/>
            <a:r>
              <a:t>A couple of clarifications on what we are actually trying to do.</a:t>
            </a:r>
            <a:br/>
            <a:br/>
            <a:r>
              <a:t>First, the goal of the *CV Health Rate* is *not to identify or rank A-players*. The purpose is to turn our *Core Values, Leadership Principles, and S"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Pavel Golubev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#general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