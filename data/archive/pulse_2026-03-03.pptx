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March 03,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☀️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Good Morning, Appodeal!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New Day Begins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🌱 What are you working on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💡 What's one thing you're grateful for?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Every day is a chance to make an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