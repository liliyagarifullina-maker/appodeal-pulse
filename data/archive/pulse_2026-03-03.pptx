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Tuesday, March 03,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☀️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Good Morning, Appodeal!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 New Day Begins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🌱 What are you working on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💡 What's one thing you're grateful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Every day is a chance to make an impact.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