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August 26,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Mo Murphy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25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Marketing A&amp;amp;F · * United Kingdom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Alberto Nutricati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25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BidMachine C-Level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Dear team , As many of you are aware, we’re upgrading to Slack’s Enterprise Grid...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"Dear team , As many of you are aware, we’re upgrading to Slack’s Enterprise Grid. This will bring us enhanced collaboration, stronger governance controls, multi workspaces, etc. Our migration is scheduled for the weekend of on Saturday, August 29, at 2:00 AM UTC, with an estimated 4 hours of Slack d"</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Yurii Ivanovskyi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What kind of company are we trying to be? Let's answer it out loud. Starting Sep...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"What kind of company are we trying to be? Let's answer it out loud. Starting September 4, we're launching People Standards Environment — 16 weekly sessions where we'll explore how some of the world's most distinctive tech companies built the environments they operate in, and what we can learn from 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Mykhailo Kukharskyi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Heads up on a change to how Culture Health Rate is calculated. It went live yest...</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"Heads up on a change to how Culture Health Rate is calculated. It went live yesterday, so you'll see it next time you log into Appodeal Life. What changed Inside CHR, the OKR Health Rate portion now also looks at whether your active KRs sit on a scorecard. If a KR is active in an OKR and is not list"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Anna Hrytsel received 50× from nikita_ch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"Anna Hrytsel received 50× from nikita_ch"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