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May 07,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Miguel Pérez Pasalodos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Engineering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Siddharth Sahani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UA: Engineering · * India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everyone As you might know, this is my last week at the company. I wanted to...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everyone As you might know, this is my last week at the company. I wanted to take a moment to thank you all for such a warm welcome . Since the day I joined, I’ve met incredible people, learned a ton, and most importantly laughed a lot I’m taking some great memories with me, from the Karaoke ses"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Baptiste Poirier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Team — a quick transmission from the Google Temple in NYC. , , and I met with An...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"Team — a quick transmission from the Google Temple in NYC. , , and I met with Andrew Hickey and his Jedi Council to advance our Direct Placement / P2P mission. We walked them through how enabling Direct Placement inside GAM360 unlocks Direct Pay — something T‑Mobile and The Weather Channel are alrea"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Mark Fruehan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everyone! All Hands – May 14 Our next All Hands is happening on May 14, 16:0...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everyone! All Hands – May 14 Our next All Hands is happening on May 14, 16:00–17:30 CET (calendar invite should already be there ). We want to make it as useful as possible for you — so we’ve launched a short survey where you can share questions or topics you’d like leadership to address: [click"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aleksandr.chigaleichik received 10× from Francesco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"aleksandr.chigaleichik received 10× from Francesco"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anton.nikifarau received 25× from Konstantin Ilchenko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"anton.nikifarau received 25× from Konstantin Ilchenko"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