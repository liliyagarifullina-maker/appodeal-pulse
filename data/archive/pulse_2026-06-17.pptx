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8288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 i="0">
                <a:solidFill>
                  <a:srgbClr val="5C6270"/>
                </a:solidFill>
                <a:latin typeface="Calibri"/>
              </a:defRPr>
            </a:pPr>
            <a:r>
              <a:t>APPODEAL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46888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FFFFF"/>
                </a:solidFill>
                <a:latin typeface="Calibri"/>
              </a:defRPr>
            </a:pPr>
            <a:r>
              <a:t>PULSE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84048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8F95A3"/>
                </a:solidFill>
                <a:latin typeface="Calibri"/>
              </a:defRPr>
            </a:pPr>
            <a:r>
              <a:t>Wednesday, June 17,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4572000"/>
            <a:ext cx="2103120" cy="36576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FFB7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FFB72B"/>
                </a:solidFill>
                <a:latin typeface="Calibri"/>
              </a:defRPr>
            </a:pPr>
            <a:r>
              <a:t>🎂  CELEBRATION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FFB72B"/>
                </a:solidFill>
                <a:latin typeface="Calibri"/>
              </a:defRPr>
            </a:pPr>
            <a:r>
              <a:t>Happy Birthday!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FFFFF"/>
                </a:solidFill>
                <a:latin typeface="Calibri"/>
              </a:defRPr>
            </a:pPr>
            <a:r>
              <a:t>* Five to One Ltd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74320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June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291840"/>
            <a:ext cx="9966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E2E2EA"/>
                </a:solidFill>
                <a:latin typeface="Calibri"/>
              </a:defRPr>
            </a:pPr>
            <a:r>
              <a:t>Wishing you an amazing day filled with joy and celebration!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57200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1">
                <a:solidFill>
                  <a:srgbClr val="FFB72B"/>
                </a:solidFill>
                <a:latin typeface="Calibri"/>
              </a:defRPr>
            </a:pPr>
            <a:r>
              <a:t>* Holding: Sales A&amp;amp;F · * United Kingdom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 ! Thank you to everyone who joined yesterday's Lunch &amp; Learn: AI Projects Sho...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 ! Thank you to everyone who joined yesterday's Lunch &amp; Learn: AI Projects Showcase by the DA Team! A big thank you to our organizers, * and , for putting together a great session, and to our speakers , , , and * for sharing their projects, insights, and practical applications of AI. If you missed"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Hey everyone! We are starting to rolling out the first iteration of our A-player...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"Hey everyone! We are starting to rolling out the first iteration of our A-players programme. As part of it, we're launching a short weekly check-in survey — one question, which will take you under a minute to complete. If you receive a DM from the soon — that's your invite. Please tell us what's blo"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Aleksei Gerasimov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00F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00FFD1"/>
                </a:solidFill>
                <a:latin typeface="Calibri"/>
              </a:defRPr>
            </a:pPr>
            <a:r>
              <a:t>📢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00FFD1"/>
                </a:solidFill>
                <a:latin typeface="Calibri"/>
              </a:defRPr>
            </a:pPr>
            <a:r>
              <a:t>From #general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Friendly reminder: Lunch &amp;amp; Learn starts in 12 minutes! Today: AI Projects Sh...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"Friendly reminder: Lunch &amp;amp; Learn starts in 12 minutes! Today: AI Projects Showcase by the DA Team Join us to see practical AI solutions built by your colleagues and hear directly from the teams behind them. See you soon!"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Katarzyna Raniszewska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#general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📚  RECOMMENDED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What We're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5D2CAC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10312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FFFFF"/>
                </a:solidFill>
                <a:latin typeface="Calibri"/>
              </a:defRPr>
            </a:pPr>
            <a:r>
              <a:t>Fox to acquire streaming company Roku for $22bn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423160"/>
            <a:ext cx="9326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 i="0">
                <a:solidFill>
                  <a:srgbClr val="E2E2EA"/>
                </a:solidFill>
                <a:latin typeface="Calibri"/>
              </a:defRPr>
            </a:pPr>
            <a:r>
              <a:t>Combined company will become third-largest in US television by share of viewing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743200"/>
            <a:ext cx="9326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8F95A3"/>
                </a:solidFill>
                <a:latin typeface="Calibri"/>
              </a:defRPr>
            </a:pPr>
            <a:r>
              <a:t>Shared by Viktor Trykolenko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94360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#to_read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Hierman Pelekh received 15× from Nikita Savransky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"Hierman Pelekh received 15× from Nikita Savransky"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8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0"/>
            <a:ext cx="12191695" cy="54864"/>
          </a:xfrm>
          <a:prstGeom prst="rect">
            <a:avLst/>
          </a:prstGeom>
          <a:solidFill>
            <a:srgbClr val="5D2CA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73152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 b="1">
                <a:solidFill>
                  <a:srgbClr val="5D2CAC"/>
                </a:solidFill>
                <a:latin typeface="Calibri"/>
              </a:defRPr>
            </a:pPr>
            <a:r>
              <a:t>👏  OFFICE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5D2CAC"/>
                </a:solidFill>
                <a:latin typeface="Calibri"/>
              </a:defRPr>
            </a:pPr>
            <a:r>
              <a:t>From #claps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03120"/>
            <a:ext cx="9966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Ana Abuseridze Iurii Kotov received 10× from Isahakyan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692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1">
                <a:solidFill>
                  <a:srgbClr val="E2E2EA"/>
                </a:solidFill>
                <a:latin typeface="Calibri"/>
              </a:defRPr>
            </a:pPr>
            <a:r>
              <a:t>"Ana Abuseridze Iurii Kotov received 10× from Isahakyan"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754880"/>
            <a:ext cx="9966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8F95A3"/>
                </a:solidFill>
                <a:latin typeface="Calibri"/>
              </a:defRPr>
            </a:pPr>
            <a:r>
              <a:t>— Clappy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76072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5C6270"/>
                </a:solidFill>
                <a:latin typeface="Calibri"/>
              </a:defRPr>
            </a:pPr>
            <a:r>
              <a:t>#claps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