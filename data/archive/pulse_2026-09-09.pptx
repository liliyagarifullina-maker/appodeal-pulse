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September 09,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Ivan Doroshenko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Netherlands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Gaëtan Pauchet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September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United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Friday, September 11th is a public holiday in the Barcelona office.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Friday, September 11th is a public holiday in the Barcelona office.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Fear of failure vs Healthy 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"Fear of failure vs Healthy fear"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Pangle Went From 1 Reseller To 43. Here's What That Tells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The Mobile Ad Monetization Newsletter #65 Mobile marketing gossip over the last year has been gravitating toward Unity’s Vector rollout, AppLovin’s 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Dan Owens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Ad Monetization Newsletter: Surprising Ad Monetization Tests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In this month’s newsletter, we compiled a few examples of ad monetization tests on mediation and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Alexey Cherniaev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Alex Kozhura received 15× from Anastasia Sokolova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"Alex Kozhura received 15× from Anastasia Sokolova"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Alexey Akulshin received 20× from Ana Abuseridze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"Alexey Akulshin received 20× from Ana Abuseridze"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