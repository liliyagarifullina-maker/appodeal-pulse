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September 15,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Michael Lotfy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BidMachine earned four G2 badges for Fall 2026 G2, the world’s largest data sour...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"BidMachine earned four G2 badges for Fall 2026 G2, the world’s largest data source for B2B software, named us a Leader in Ad Networks and in App Monetization Platforms for Mid-Market, plus a High Performer in SSP and App Monetization Platforms overall. It’s a well-deserved achievement, made even mor"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Radek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Google × BidMachine webinar Today at 16:00 UK time / 17:00 CEST, is joining Goog...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"Google × BidMachine webinar Today at 16:00 UK time / 17:00 CEST, is joining Google for Publishers for their SDK bidding webinar on growing premium brand demand. Paul will cover the benefits of an SDK-first setup, DIRECT Placements, ad quality and brand safety, with examples from gaming and non-gamin"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Radek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PSE — Session 2: First Who, Then What Our second PSE session took place on Septe...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"PSE — Session 2: First Who, Then What Our second PSE session took place on September 10, featuring a Q&amp;amp;A with Jessica Neal, former Chief Talent Officer at Netflix. The session focused on talent density, accountability, feedback, and building a high-performance culture. A few key takeaways: • The"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Mykhailo Kukharskyi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Roman Rinchinov Iurii Kotov received 20×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"Roman Rinchinov Iurii Kotov received 20×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