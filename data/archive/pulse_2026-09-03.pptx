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September 03,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Oxana Drake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Administrative team A&amp;amp;F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Alexei Meglei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UA: Engineering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and happy September everyone! As summer slowly comes to an end and we get rea...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and happy September everyone! As summer slowly comes to an end and we get ready to welcome a new season, it’s time for our monthly look back! Before we dive into September, let’s take a moment to celebrate the people, achievements, and highlights that made August special August Newcomers Let’s gi"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@here, The answers to the open questions from the Squads all-hands and the Le...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@here, The answers to the open questions from the Squads all-hands and the Leadership Wednesday thread are published: Squads: open questions &amp;amp; answers What you'll find there: why squads and why now, what we got wrong in the rollout, which feedback changed the plan and what we overruled, the 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Peter Van Kersen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Khachatur Harutyunyan received 15× from Danila Matveev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"Khachatur Harutyunyan received 15× from Danila Matveev"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Samat received 30× from Zhexuan Qiu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"Samat received 30× from Zhexuan Qiu"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