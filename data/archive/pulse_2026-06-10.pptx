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June 10,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Jasmine Nunez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Summer Activity Challenge is here! To celebrate the launch of the Summer 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Summer Activity Challenge is here! To celebrate the launch of the Summer Connect Groups season, we're kicking off a Summer Activity Challenge in the Appodeal Sports Connect Group! Whether you enjoy walking, running, cycling, swimming, hiking, gym workouts, beach volleyball, yoga, team sports, 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Maksym Fedorov Alexey Akulshin received 5× from Iurii Kotov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"Maksym Fedorov Alexey Akulshin received 5× from Iurii Kotov"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Jura Guz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"Jura Guz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