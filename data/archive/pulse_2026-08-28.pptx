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August 28,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Iurii Ignatev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Thailand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 read the thread. On the rollout, the feedback is fair. On the substance, the 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 read the thread. On the rollout, the feedback is fair. On the substance, the direction is as old as our culture code: T-shaped, hands-on, build product — not service. The operating rules were signed by every executive in January and posted here on Jan 19 — one owner per outcome, scorecards, daily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everyone! Just wanted to share that we have an Appodeal Accelerator Ambassado...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everyone! Just wanted to share that we have an Appodeal Accelerator Ambassador Program If you have any great mobile game studios in your network that you think could be a good fit, feel free to apply/refer them through the program More details here: appodeal.com/ambassador-program"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Kalugina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don't miss the session with Jessica Neal, ex Chief Talent Officer at Netflix. De...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"don't miss the session with Jessica Neal, ex Chief Talent Officer at Netflix. Details in the message below. Drop your questions for Jessica in the thread of the original post"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Mykhailo Kukharskyi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Dzmitry Baran received 10× from Mikita Dzianisevich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"Dzmitry Baran received 10× from Mikita Dzianisevich"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Maksym Hrach Ivan Doroshenko Sergei Smirnov Kirill Kazimirchik received 10× from...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"Maksym Hrach Ivan Doroshenko Sergei Smirnov Kirill Kazimirchik received 10× from Mikita Dzianisevich"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