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October 20,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Anton Maiorov-Valkov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October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Board &amp;amp; Advisors · * Russian Federation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Q3 Performance Review — Calibration Meetings Hi everyone ! Starting today, we'll...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"Q3 Performance Review — Calibration Meetings Hi everyone ! Starting today, we'll be holding our Q3 Performance Review calibration meetings throughout this week. I'm still waiting for confirmation of the meeting times from a few calibration groups, but all calibration meetings are expected to take pl"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Ilya Borisov received 50× from Radu Stoia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"Ilya Borisov received 50× from Radu Stoia"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Dmytrii Mamatiusupov and Iurii Kotov received 15× from Viktor Trykolenko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"Dmytrii Mamatiusupov and Iurii Kotov received 15× from Viktor Trykolenko"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