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September 28,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Tomiris Zhol</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28</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Product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Diana Mytchyk</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Administrative team · * Ukraine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Dima Chubin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Analytics · * Ukraine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Issa Isahakyan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Product · * Spain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Two days of DMEXCO are over. 's demand team ran packed meetings from morning to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"Two days of DMEXCO are over. 's demand team ran packed meetings from morning to closing, gave interviews and kept the stand buzzing until the last minute. The moments to remember are here: 1, 2, 3. Go and enjoy them, and leave a like while you're there. A special shout-out to and the &lt;!subteam^SFA3Y"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Same questions all week — what counts as work, do platform teams exist,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Same questions all week — what counts as work, do platform teams exist, who sets up AI tooling, what's my metric. One answer for everyone. 1. One metric. Gross Profit per Employee (or recurring cost savings). AppLovin, Moloco, Liftoff are above $1M per person. We are not. Every commitment on 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25/09 PSE Session 4: Supercell II — Teams That Kill Their Own Work recap Thanks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"25/09 PSE Session 4: Supercell II — Teams That Kill Their Own Work recap Thanks everyone for joining today. We moved from Supercell's philosophy of team autonomy to a more practical question: what should we actually steal and change in the way we operate? Three themes stood out across the rooms: • C"</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Kalugina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What it’s like to work at an AI-native company</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Field notes from a millennial raised in pre-AI tech</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Evgeny Garlukovich</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Jura Guz received 50×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"Jura Guz received 50×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Nikita Mishustin received 30× from Herman Ignatovich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"Nikita Mishustin received 30× from Herman Ignatovich"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