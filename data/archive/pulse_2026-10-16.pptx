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October 16,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Sergey Baranov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Our new explainer on how to read app-ads.txt is live! Please give the LinkedIn p...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"Our new explainer on how to read app-ads.txt is live! Please give the LinkedIn post a like, comment or repost to help us reach more potential partners. Working with a publisher who'd find it useful? Feel free to share the blog post link directly. Shout out to the brilliant for his help on this one.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Ryan Christopher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one major outcome of today’s session: we’re rescoping all Supply-side init...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one major outcome of today’s session: we’re rescoping all Supply-side initiatives into three squads: • Protecting Mediation Gross Profit • Gaming: direct • Non-gaming: direct This is a significant transformation, and we want it led from inside. Each squad needs a DRI, and we’d much rather give"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Alberto Nutricati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*! This the final reminder: Q3 Performance Review &amp;amp; Monthly Empl...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*! This the final reminder: Q3 Performance Review &amp;amp; Monthly Employee Pulse Today, October 14, is the final deadline for completing all Q3 Performance Review assessments in Leapsome, including your self-assessment, peer assessments, and assessments for your direct reports (where appli"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To Block or Not to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Mobile Ad Monetization Newsletter #70 That is the question. If you monetize with mobile ads, you get paid when users click ads and convert.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AdSurge is the new ad network built by Miniclip with help from Tencent AI and Easybrain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platform offers both user acquisition and ad monetisation and draws on data and expertise from Miniclip, Easybrain and Tencent.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Camille Labat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Andrei Shurykin received 50× from Siarhei Meliashchuk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"Andrei Shurykin received 50× from Siarhei Meliashchuk"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 Nikifarau, Samat Kurmanov, Guillermo Baurier, Dmitrii Rodionov and Mykhail...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 Nikifarau, Samat Kurmanov, Guillermo Baurier, Dmitrii Rodionov and Mykhailo Kukharskyi received 10× from Vladislav Averianov"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