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October 01,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Dmytrii Mamatiusupov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01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Engineering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Danila Matveev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30</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UA: Engineering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Krish Prabhakaran Pillai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30</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Engineering · * Spain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and &lt;!subteam^S0ANN52P0GH&gt; and DRIs. A few updates and personal thoughts re.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and &lt;!subteam^S0ANN52P0GH&gt; and DRIs. A few updates and personal thoughts re. the current restructuring. Please dedicate a few minutes to read below and take action, where needed: • GP-E is not meant to be compared between squads. Each squad is working on solving a completely different problems. M"</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Alberto Nutricati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 Today we've launched our new Monthly pulse survey. We realized that we need...</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 Today we've launched our new Monthly pulse survey. We realized that we need much more timely feedback than we were getting from the quarterly surveys, and this monthly cadence will allow us to pick up on pressing issues quickly. We've simplified it to 7 questions and it shouldn't take more than"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Hey team! Know anyone in iGaming who’s at SBC in Lisbon and looking for new user...</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"Hey team! Know anyone in iGaming who’s at SBC in Lisbon and looking for new users? The BidMachine team is there for the next three days, so let’s put them in touch! Thanks"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What IKEA and the Drug Cartels Know that Mobile Publishers Don't</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The Mobile Ad Monetization Newsletter #68 Something wild is happening in mobile ad monetization. It’s one of the few billion-dollar industries where a</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Viktor Trykolenko</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Tanya Kuznetsova received 50× from Ira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"Tanya Kuznetsova received 50× from Ira"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Mariia Moskvina received 25× from Gleb Krahotkin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"Mariia Moskvina received 25× from Gleb Krahotkin"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