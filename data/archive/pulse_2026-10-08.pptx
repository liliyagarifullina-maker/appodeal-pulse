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October 08,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Ed Laws</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08</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Finance · * United States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everyone, Monday, October 12th is a public holiday in the Barcelona office. P...</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everyone, Monday, October 12th is a public holiday in the Barcelona office. Please plan accordingly."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Emma Syniehubova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We just pushed out an update to help all 121 meeting in the company. Af...</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We just pushed out an update to help all 121 meeting in the company. After each meeting, the Fireflies transcript is analyzed, and Fellow action points are autopopulated in the Fellow meeting link. This way, you do not lose track of action items. After the meeting, you will receive a slack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Konstantin Manzuk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 In case you'd missed it, we've opened the quarterly review process in leaps...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 In case you'd missed it, we've opened the quarterly review process in leapsome. Please try to complete your reviews this week. Thanks!"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Alina Li received 50× from Shayan Manouchehri Aminian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"Alina Li received 50× from Shayan Manouchehri Aminian"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Ivan Litvinau, Dzmitry Paplauski, Aleksey Alekhine and Andrei Pugachev received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"Ivan Litvinau, Dzmitry Paplauski, Aleksey Alekhine and Andrei Pugachev received 10× from Alex Cherniaev"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