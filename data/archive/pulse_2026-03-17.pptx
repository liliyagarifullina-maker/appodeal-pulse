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March 17,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🎉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Anna Kolyada (Hanna Kaliada)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Thanks all!! :heart: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59E0B"/>
                </a:solidFill>
                <a:latin typeface="Calibri"/>
              </a:defRPr>
            </a:pPr>
            <a:r>
              <a:t>General Manager | Chardonnay Partners (Gaming) | Barcelona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C4899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Mikhail Ladutko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 you everyone for the warm wishes!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EC4899"/>
                </a:solidFill>
                <a:latin typeface="Calibri"/>
              </a:defRPr>
            </a:pPr>
            <a:r>
              <a:t>LiveOps / Tech Support | Bidmachine | Warsaw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🥳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Armaan Pandher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Celebrating another year of growth and innovation!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5CF6"/>
                </a:solidFill>
                <a:latin typeface="Calibri"/>
              </a:defRPr>
            </a:pPr>
            <a:r>
              <a:t>AI &amp; Automation Analyst | Parkland, FL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0B981"/>
                </a:solidFill>
                <a:latin typeface="Calibri"/>
              </a:defRPr>
            </a:pPr>
            <a:r>
              <a:t>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0B98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Vladimir Samoylov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Danila Matveev, Nikita Savransky, Siddharth Sahani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technical contributions to the OWL team"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Calibri"/>
              </a:defRPr>
            </a:pPr>
            <a:r>
              <a:t>Collaboration · Excellence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🚀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B82F6"/>
                </a:solidFill>
                <a:latin typeface="Calibri"/>
              </a:defRPr>
            </a:pPr>
            <a:r>
              <a:t>Engineering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B82F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Konstantin Elizarov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Kanstantsin Shuryhin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problem-solving and code quality"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Calibri"/>
              </a:defRPr>
            </a:pPr>
            <a:r>
              <a:t>Innovation · Technical Excellence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🔄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F4444"/>
                </a:solidFill>
                <a:latin typeface="Calibri"/>
              </a:defRPr>
            </a:pPr>
            <a:r>
              <a:t>Performance Reviews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Q1 Performance Review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F4444"/>
                </a:solidFill>
                <a:latin typeface="Calibri"/>
              </a:defRPr>
            </a:pPr>
            <a:r>
              <a:t>Starting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Streamlined review process with manager assessments, self-evaluations, and focus on performance and culture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Lise Brandely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📊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Automated Engineering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5966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automation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Scorecard Revolution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First version of engineering metrics dashboard delivered with full automation for MGP teams, eliminating manual reporting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Record Low Discrepancy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7C3AED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spend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Chardonnay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January Sets New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Achieved historically minimal spend discrepancies with automated LTV system launching in 12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"Data accuracy improvements driving better forecasting"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TV Monkey Model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59E0B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 Forecasting Goes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New forecast model successfully integrated with acquisition team, including bundle ID, network, and country data for precision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💎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C4899"/>
                </a:solidFill>
                <a:latin typeface="Calibri"/>
              </a:defRPr>
            </a:pPr>
            <a:r>
              <a:t>Solitaire Version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EC4899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user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Product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Version 5.5.0 Stable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Successful deployment to users with version 5.6.0 targeting March 27 for enhanced retention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"Steady product iteration driving user experience improvements"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🔬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891B2"/>
                </a:solidFill>
                <a:latin typeface="Calibri"/>
              </a:defRPr>
            </a:pPr>
            <a:r>
              <a:t>Experimentation Platform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891B2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full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Testing Infrastructure Enhanced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Team successfully integrating experimentation platform with current systems while preparing for future Rust rewrite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💰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Jointhis 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59669"/>
                </a:solidFill>
                <a:latin typeface="Calibri"/>
              </a:defRPr>
            </a:pPr>
            <a:r>
              <a:t>€10k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daily ad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Gaming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Scaling to Close Profit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Increased from €2k to €10k daily spend to address €25k profit gap, with Minesweeper achieving 256% 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"Strategic investment in high-performing campaigns paying off"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🏠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Global Relocation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PerchPeek Partnership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5CF6"/>
                </a:solidFill>
                <a:latin typeface="Calibri"/>
              </a:defRPr>
            </a:pPr>
            <a:r>
              <a:t>Process Improvement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Exploring end-to-end platform to streamline employee relocations and improve experience for global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Administrative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📈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Calibri"/>
              </a:defRPr>
            </a:pPr>
            <a:r>
              <a:t>KPMG Audit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DC2626"/>
                </a:solidFill>
                <a:latin typeface="Calibri"/>
              </a:defRPr>
            </a:pPr>
            <a:r>
              <a:t>€3.8M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in lease liabilities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Financial Controls Strengthening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Trial balance finalization underway with lease calculations for Spain (€2.6M) and Poland (€1.2M), establishing biweekly audit check-ins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🎮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Screw Twist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59E0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ARPDAU 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Game Development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Version 1.3.5 Shows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New onboarding levels and increased interstitial frequency driving retention improvements and revenue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"Product iterations directly impacting key metrics"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Calibri"/>
              </a:defRPr>
            </a:pPr>
            <a:r>
              <a:t>☕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B7280"/>
                </a:solidFill>
                <a:latin typeface="Calibri"/>
              </a:defRPr>
            </a:pPr>
            <a:r>
              <a:t>Pavel's Family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Leadership Shows Heart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"Taking time off for a family emergency — team rallying with support"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Company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B7280"/>
                </a:solidFill>
                <a:latin typeface="Calibri"/>
              </a:defRPr>
            </a:pPr>
            <a:r>
              <a:t>48 hearts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🎯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Strategic Metrics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59669"/>
                </a:solidFill>
                <a:latin typeface="Calibri"/>
              </a:defRPr>
            </a:pPr>
            <a:r>
              <a:t>All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standardized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Company-Wide KPI Standardization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Leadership implementing unified scorecards across teams with automated CVLP tracking and performance indicators for better alignment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🚀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Bundle 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7C3AED"/>
                </a:solidFill>
                <a:latin typeface="Calibri"/>
              </a:defRPr>
            </a:pPr>
            <a:r>
              <a:t>Business Empire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focus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UA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Margin Testing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Shifting tests to higher-performing segments for better advertiser ROAS while documenting learnings in Confluence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"Data-driven campaign optimization improving results"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🏆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Weekly Wins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 Achievements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Oscar betting pool victory by Anastasia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Tesla autonomous driving experience and Tokyo trip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celebrating small wins builds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