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Friday, March 27,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Samat Kurmanov</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March 27</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With love, Your Appodeal Team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We are moving to corporate AI tool accounts to better track usage and scale best...</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"We are moving to corporate AI tool accounts to better track usage and scale best practices. Existing personal subscriptions will remain active until they expire and will not be renewed. Personal payment cards for ChatGPT, Claude, and Cursor will be disabled. To access corporate accounts, log in via "</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Mariia Moskvina</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everyone Friday, April 3rd (Good Friday) and Monday, April 6th (Easter Monday...</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everyone Friday, April 3rd (Good Friday) and Monday, April 6th (Easter Monday) are public holidays in the Barcelona office Please plan accordingly"</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Emma Syniehubova</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https://appodeal.slack.com/archives/C090JTTDRMH/p1774538121215559</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"https://appodeal.slack.com/archives/C090JTTDRMH/p1774538121215559"</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Pavel Golubev</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Yuliia Kunytska received 20× from Viktor Trykolenko</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"Yuliia Kunytska received 20× from Viktor Trykolenko"</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Vasyl Plesiuk Vladimir Samoylov Viktar Plesko received 10× from Viktor Trykolenk...</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"Vasyl Plesiuk Vladimir Samoylov Viktar Plesko received 10× from Viktor Trykolenko"</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