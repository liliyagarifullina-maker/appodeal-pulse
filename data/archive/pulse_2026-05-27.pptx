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Wednesday, May 27,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Dan Owens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May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Holding: Sales · * United Kingdom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Valentyna Galkina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May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Holding: HR A&amp;amp;F · * Ukraine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Aleksandr Drozdov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May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MGP: Data Analytics · * Spain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team Thursday, June 4th, is a public holiday in Poland (Corpus Christi / Boże...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team Thursday, June 4th, is a public holiday in Poland (Corpus Christi / Boże Ciało), so it will be an official day off for the Polish office! Please keep this in mind when planning your work"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Iryna Peretiatko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Cagatay Akcam received 50× from Juan Montero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"Cagatay Akcam received 50× from Juan Montero"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Veronika Yastrebova received 50× from Valentino Agazzi Mandozzi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"Veronika Yastrebova received 50× from Valentino Agazzi Mandozzi"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