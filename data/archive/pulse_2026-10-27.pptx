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Tuesday, October 27,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Aleh Mentuz</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27</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Rendering - 8 · * Poland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Alexey Akulshin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27</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Brand DSP Spend - 6 · * Spain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The QBR is over! Our commitments are locked in and even though Appodeal Life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The QBR is over! Our commitments are locked in and even though Appodeal Life is down, real life goes on. We're excited to enter the first true quarter in our new structure: Goal aligned Squads with a DRI and a dedicated team of ICs. We're also incredibly grateful for the DRIs who have stepped up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Peter Van Kersen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we are aiming to have Appodeal Life fully operational around mid-week. If there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"we are aiming to have Appodeal Life fully operational around mid-week. If there is any critical work blocked please message me directly. Thank you all for your patience"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Kristapor Raffi Giragosian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Q3 Performance Review — Final Update Hi everyone ! The final calibration meeting...</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"Q3 Performance Review — Final Update Hi everyone ! The final calibration meetings will take place this week, and we're planning to release the Q3 Performance Review results by the end of the week. The release is slightly later than originally planned, as some calibration meetings were rescheduled to"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Katarzyna Raniszewska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Competition, Intensity &amp;amp; Building a $115 Billion Global Bank | Nik Storonsky, Revolut</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Alexander Petrov</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Roman Rinchinov received 25× from Anna Timoshenko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"Roman Rinchinov received 25× from Anna Timoshenko"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