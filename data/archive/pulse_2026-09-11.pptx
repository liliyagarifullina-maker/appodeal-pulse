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September 11,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Ivan Doroshenko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International Programmers’ Day! Today we’re celebrating the people who mak...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International Programmers’ Day! Today we’re celebrating the people who make technology happen — one commit, experiment, fix, and occasionally mysterious bug at a time. A huge shout-out to all the brilliant programmers across Appodeal! Thank you for building and improving our products, tackling"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Team, quick reminder that our policies and how-to pages live in the Administr...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Team, quick reminder that our policies and how-to pages live in the Administrative Operations space in Confluence. Before you ping the admin team - try asking Claude. It can answer a lot of what we’d normally get asked directly. We’ll keep improving the space so Claude can answer most of what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Lidiia Galkina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People Standards Environment — Session 2, Tomorrow, Thursday, Sep 10 | 16:00–17:...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"People Standards Environment — Session 2, Tomorrow, Thursday, Sep 10 | 16:00–17:00 CET (Barcelona) Change of plan: Erin Meyer can’t make it this week, so we swapped sessions. Tomorrow’s topic is Talent Density: First Who, Then What (originally scheduled for Oct 8). The Culture Map will move to Oct 8"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Pangle Went From 1 Reseller To 43. Here's What That Tells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Mobile Ad Monetization Newsletter #65 Mobile marketing gossip over the last year has been gravitating toward Unity’s Vector rollout, AppLovin’s 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Dan Owens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Vladislav Nikolaev received 25× from Mikita Dzianisevich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"Vladislav Nikolaev received 25× from Mikita Dzianisevich"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Ivan Litvinau received 25× from Mikita Dzianisevich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"Ivan Litvinau received 25× from Mikita Dzianisevich"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