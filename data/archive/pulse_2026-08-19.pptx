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August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Michelle Walter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all, big one for Bidmachine: we just published 's take on why an SDK-first se...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all, big one for Bidmachine: we just published 's take on why an SDK-first setup and ML are central to ad tech. This market POV is worth reading and sharing!"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Transition to Individual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"Transition to Individual Subscriptions"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https://appodeal.slack.com/archives/C0BBWHBLBNY/p1787062293934359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"https://appodeal.slack.com/archives/C0BBWHBLBNY/p1787062293934359"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Eren Sakarya received 20× from Zhexuan Qiu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"Eren Sakarya received 20×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alexander.ignatov received 25× from Konstantin Elizarov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"alexander.ignatov received 25× from Konstantin Elizarov"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