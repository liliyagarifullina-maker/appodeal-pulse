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Tuesday, August 18,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Iurii Kotov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August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MGP: Data Engineering · * Spain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Vasyl Plesiuk received 20× from Roman Rinchinov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"Vasyl Plesiuk received 20× from Roman Rinchinov"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anton.nikifarau received 25× from Nikolai Rozanov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"anton.nikifarau received 25× from Nikolai Rozanov"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