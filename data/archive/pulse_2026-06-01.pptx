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June 01,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Nicolas Baquie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MGP: Product A&amp;amp;F · * United Kingdom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Natalia Melsitova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Gaming Monetization · * Poland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 ! Starting today, we're launching a short monthly pulse survey focu...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 ! Starting today, we're launching a short monthly pulse survey focused on your development — and we'd love your honest input. Each month you'll receive one question via Leapsome (you'll get a nudge in Slack and/or email): The question will be: `"In the past 30 days, did your 1:1 with yo"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anton.nikifarau received 25× from Nikolai Rozanov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"anton.nikifarau received 25× from Nikolai Rozanov"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Vladislav Nikolaev received 25× from Nikolai Rozanov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"Vladislav Nikolaev received 25× from Nikolai Rozanov"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