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Thursday, March 12,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🎉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Birthday Celebrations!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Team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Happy Birthday to our amazing team members! 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6B"/>
                </a:solidFill>
                <a:latin typeface="Calibri"/>
              </a:defRPr>
            </a:pPr>
            <a:r>
              <a:t>Wishing you an incredible year ahead!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 &amp; DevOps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Platform Launch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DevOps team launched Coolify - a revolutionary one-click deployment service that makes app deployment effortless for everyone.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"Innovation that empowers the entire team to deploy faster and easier!"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🎓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Knowledge Sharing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11th Lunch &amp; Learn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9C27B0"/>
                </a:solidFill>
                <a:latin typeface="Calibri"/>
              </a:defRPr>
            </a:pPr>
            <a:r>
              <a:t>Recently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Timofey Levanov delivered an engaging presentation on fraud traffic detection, with recording and slides now available for all team members.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Recognition Champions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9800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pavel.savinskiy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design work and creative excellence"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9800"/>
                </a:solidFill>
                <a:latin typeface="Calibri"/>
              </a:defRPr>
            </a:pPr>
            <a:r>
              <a:t>Excellence · Creativity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Team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91E6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contributions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91E63"/>
                </a:solidFill>
                <a:latin typeface="Calibri"/>
              </a:defRPr>
            </a:pPr>
            <a:r>
              <a:t>Technical Excellence · Innovation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🤝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Collaboration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196F3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"Amazing teamwork and collaborative spirit"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196F3"/>
                </a:solidFill>
                <a:latin typeface="Calibri"/>
              </a:defRPr>
            </a:pPr>
            <a:r>
              <a:t>Teamwork · Collaboration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07D8B"/>
                </a:solidFill>
                <a:latin typeface="Calibri"/>
              </a:defRPr>
            </a:pPr>
            <a:r>
              <a:t>📊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07D8B"/>
                </a:solidFill>
                <a:latin typeface="Calibri"/>
              </a:defRPr>
            </a:pPr>
            <a:r>
              <a:t>Core Values Initiative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607D8B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% commitment to values-driven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CV Health Rate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Pavel Golubev outlined our strategic initiative to transform Core Values and Leadership Principles into operational constraints and decision-making guardrails.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795548"/>
                </a:solidFill>
                <a:latin typeface="Calibri"/>
              </a:defRPr>
            </a:pPr>
            <a:r>
              <a:t>📚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795548"/>
                </a:solidFill>
                <a:latin typeface="Calibri"/>
              </a:defRPr>
            </a:pPr>
            <a:r>
              <a:t>Learn &amp; Grow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79554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Coolify Deployment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Complete guide on using our new one-click deployment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Gleb Krahotkin · 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79554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29183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Fraud Detection Deep Dive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61187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Technical insights from our 11th Lunch &amp; Learn 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93192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Timofey Levanov ·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general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🎊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35"/>
                </a:solidFill>
                <a:latin typeface="Calibri"/>
              </a:defRPr>
            </a:pPr>
            <a:r>
              <a:t>Recognition Wave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Team Appreciation Thursday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Who inspired you this week?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Share some claps in #claps!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We work TOGETHER to SERVE OTHERS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claps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