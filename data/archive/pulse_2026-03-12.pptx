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Thursday, March 12,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35"/>
                </a:solidFill>
                <a:latin typeface="Calibri"/>
              </a:defRPr>
            </a:pPr>
            <a:r>
              <a:t>DevOps Magic Unleashed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6B35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rocket 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Deployment Platform Goes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DevOps team just dropped a game-changer! Deploy applications in just a few clicks with the new Coolify platform.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"Innovation meets simplicity — building the future, one click at a time"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9B4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9B4"/>
                </a:solidFill>
                <a:latin typeface="Calibri"/>
              </a:defRPr>
            </a:pPr>
            <a:r>
              <a:t>Birthday Celebrations!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12th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Thanks guys, all of you, for the warm wishes! 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9B4"/>
                </a:solidFill>
                <a:latin typeface="Calibri"/>
              </a:defRPr>
            </a:pPr>
            <a:r>
              <a:t>The whole team showered our birthday star with love and wishes!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🔥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Lunch &amp; Learn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11th Lunch &amp; Learn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E74C3C"/>
                </a:solidFill>
                <a:latin typeface="Calibri"/>
              </a:defRPr>
            </a:pPr>
            <a:r>
              <a:t>This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Timofey Levanov delivered an amazing presentation on fraud traffic detection. Recording available on Fireflies!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Design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9B59B6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 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design work that impressed the whole team"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9B59B6"/>
                </a:solidFill>
                <a:latin typeface="Calibri"/>
              </a:defRPr>
            </a:pPr>
            <a:r>
              <a:t>CRAFT · EXCELLENCE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498DB"/>
                </a:solidFill>
                <a:latin typeface="Calibri"/>
              </a:defRPr>
            </a:pPr>
            <a:r>
              <a:t>🧠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498DB"/>
                </a:solidFill>
                <a:latin typeface="Calibri"/>
              </a:defRPr>
            </a:pPr>
            <a:r>
              <a:t>Technical Brilliance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3498DB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technical contribution that moved us forward"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3498DB"/>
                </a:solidFill>
                <a:latin typeface="Calibri"/>
              </a:defRPr>
            </a:pPr>
            <a:r>
              <a:t>INNOVATION · EXCELLENCE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💪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67E22"/>
                </a:solidFill>
                <a:latin typeface="Calibri"/>
              </a:defRPr>
            </a:pPr>
            <a:r>
              <a:t>Team Collaboration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67E22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Alexandr Zhitlukhin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ArtKip, Taha, Agustin, Francesco, Alessandro, Anna Timoshenko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"Amazing teamwork and collaboration across multiple areas"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7E22"/>
                </a:solidFill>
                <a:latin typeface="Calibri"/>
              </a:defRPr>
            </a:pPr>
            <a:r>
              <a:t>TOGETHER · SERVE OTHERS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🎯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Outstanding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27AE60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work that deserved recognition"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EXCELLENCE · DELIVER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39C12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39C12"/>
                </a:solidFill>
                <a:latin typeface="Calibri"/>
              </a:defRPr>
            </a:pPr>
            <a:r>
              <a:t>DevOps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39C12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 to our infrastructure"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39C12"/>
                </a:solidFill>
                <a:latin typeface="Calibri"/>
              </a:defRPr>
            </a:pPr>
            <a:r>
              <a:t>INNOVATION · SERVE OTHERS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Knowledge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9B59B6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Coach: Stop Saying This Word!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Genuinely great content on communication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#general-chat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📖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Book Club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The 4 Disciplines of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"This book focuses on Wildly Important Goals, Leading and Lagging Metrics, Scorecards, and Follow-through discipline"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27AE60"/>
                </a:solidFill>
                <a:latin typeface="Calibri"/>
              </a:defRPr>
            </a:pPr>
            <a:r>
              <a:t>🧠×7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👥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Marketing Team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74C3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Maria Plendukova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evgeny.garlukovich, Berta, Hanna Minko, Mikita Sinkevich, Tatiana Rokhlova, tomiris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"Incredible teamwork and mutual support across the marketing team"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74C3C"/>
                </a:solidFill>
                <a:latin typeface="Calibri"/>
              </a:defRPr>
            </a:pPr>
            <a:r>
              <a:t>TOGETHER · SUPPORT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1ABC9C"/>
                </a:solidFill>
                <a:latin typeface="Calibri"/>
              </a:defRPr>
            </a:pPr>
            <a:r>
              <a:t>💎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ABC9C"/>
                </a:solidFill>
                <a:latin typeface="Calibri"/>
              </a:defRPr>
            </a:pPr>
            <a:r>
              <a:t>Quality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BC9C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Roman Rinchinov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Vasyl Plesiuk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quality and attention to detail"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BC9C"/>
                </a:solidFill>
                <a:latin typeface="Calibri"/>
              </a:defRPr>
            </a:pPr>
            <a:r>
              <a:t>CRAFT · EXCELLENCE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67E22"/>
                </a:solidFill>
                <a:latin typeface="Calibri"/>
              </a:defRPr>
            </a:pPr>
            <a:r>
              <a:t>🎯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67E22"/>
                </a:solidFill>
                <a:latin typeface="Calibri"/>
              </a:defRPr>
            </a:pPr>
            <a:r>
              <a:t>Company Growth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E67E22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YoY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$100M Gross Profit Achieved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We've reached an incredible milestone with $100M in gross profit and $20M EBITDA, projecting 40% YoY growth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B59B6"/>
                </a:solidFill>
                <a:latin typeface="Calibri"/>
              </a:defRPr>
            </a:pPr>
            <a:r>
              <a:t>🤖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B59B6"/>
                </a:solidFill>
                <a:latin typeface="Calibri"/>
              </a:defRPr>
            </a:pPr>
            <a:r>
              <a:t>AI Revolution in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9B59B6"/>
                </a:solidFill>
                <a:latin typeface="Calibri"/>
              </a:defRPr>
            </a:pPr>
            <a:r>
              <a:t>1,000+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OKRs checked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Appodeal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AI Auditor Goes Full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Our AI OKR Auditor is now checking over 1,000 individual OKRs daily, revolutionizing how we track progress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"The future is here — AI-powered performance management at scale"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7AE60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7AE60"/>
                </a:solidFill>
                <a:latin typeface="Calibri"/>
              </a:defRPr>
            </a:pPr>
            <a:r>
              <a:t>Gaming Division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27AE60"/>
                </a:solidFill>
                <a:latin typeface="Calibri"/>
              </a:defRPr>
            </a:pPr>
            <a:r>
              <a:t>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Infinite Minesweeper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Turns Profitable in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Our gaming division has officially become profitable with impressive retention rates across all titles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🛡️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74C3C"/>
                </a:solidFill>
                <a:latin typeface="Calibri"/>
              </a:defRPr>
            </a:pPr>
            <a:r>
              <a:t>Fraud Protection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74C3C"/>
                </a:solidFill>
                <a:latin typeface="Calibri"/>
              </a:defRPr>
            </a:pPr>
            <a:r>
              <a:t>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fraud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Security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Massive Fraud Reduction Achieved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Dynamic SDK signatures helped us slash fraud from 22% to under 4% — a game-changing security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"Innovation in security delivers real business impact"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3498DB"/>
                </a:solidFill>
                <a:latin typeface="Calibri"/>
              </a:defRPr>
            </a:pPr>
            <a:r>
              <a:t>📈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3498DB"/>
                </a:solidFill>
                <a:latin typeface="Calibri"/>
              </a:defRPr>
            </a:pPr>
            <a:r>
              <a:t>Weekly Sales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8 Deals Closed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What's your biggest win this week?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How can we support each other's success?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DELIVER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Sales Team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39C12"/>
                </a:solidFill>
                <a:latin typeface="Calibri"/>
              </a:defRPr>
            </a:pPr>
            <a:r>
              <a:t>📝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39C12"/>
                </a:solidFill>
                <a:latin typeface="Calibri"/>
              </a:defRPr>
            </a:pPr>
            <a:r>
              <a:t>Leadership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Build. Ship. Improve.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"We're shifting from requirements to pull request mentality — focus on action and continuous improvement"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CEO Mandate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39C12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Company Culture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