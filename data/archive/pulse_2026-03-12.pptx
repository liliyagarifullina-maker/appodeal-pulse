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5C6270"/>
                </a:solidFill>
                <a:latin typeface="Calibri"/>
              </a:defRPr>
            </a:pPr>
            <a:r>
              <a:t>APPODEAL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46888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FFFFFF"/>
                </a:solidFill>
                <a:latin typeface="Calibri"/>
              </a:defRPr>
            </a:pPr>
            <a:r>
              <a:t>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8F95A3"/>
                </a:solidFill>
                <a:latin typeface="Calibri"/>
              </a:defRPr>
            </a:pPr>
            <a:r>
              <a:t>Thursday, March 12,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6B9D"/>
                </a:solidFill>
                <a:latin typeface="Calibri"/>
              </a:defRPr>
            </a:pPr>
            <a:r>
              <a:t>🎉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6B9D"/>
                </a:solidFill>
                <a:latin typeface="Calibri"/>
              </a:defRPr>
            </a:pPr>
            <a:r>
              <a:t>Birthday Celebrations!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Alexandr Sikorsky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12,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Thanks guys, all of you, for the warm wishes! 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6B9D"/>
                </a:solidFill>
                <a:latin typeface="Calibri"/>
              </a:defRPr>
            </a:pPr>
            <a:r>
              <a:t>Our team showered Alexandr with birthday love and warm wishes!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4CAF50"/>
                </a:solidFill>
                <a:latin typeface="Calibri"/>
              </a:defRPr>
            </a:pPr>
            <a:r>
              <a:t>🚀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4CAF50"/>
                </a:solidFill>
                <a:latin typeface="Calibri"/>
              </a:defRPr>
            </a:pPr>
            <a:r>
              <a:t>DevOps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4CAF50"/>
                </a:solidFill>
                <a:latin typeface="Calibri"/>
              </a:defRPr>
            </a:pPr>
            <a: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rocket reactions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Gleb Krahotkin &amp; DevOps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Coolify Deployment Platform Launched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One-click application deployment service now live for all teams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"Making development faster and more accessible for everyone"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2196F3"/>
                </a:solidFill>
                <a:latin typeface="Calibri"/>
              </a:defRPr>
            </a:pPr>
            <a:r>
              <a:t>🧠  EVENT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2196F3"/>
                </a:solidFill>
                <a:latin typeface="Calibri"/>
              </a:defRPr>
            </a:pPr>
            <a:r>
              <a:t>Learning &amp;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Calibri"/>
              </a:defRPr>
            </a:pPr>
            <a:r>
              <a:t>11th Lunch &amp; Learn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196F3"/>
                </a:solidFill>
                <a:latin typeface="Calibri"/>
              </a:defRPr>
            </a:pPr>
            <a:r>
              <a:t>Recent session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Timofey Levanov presented on fraud traffic detection - fascinating insights!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029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F95A3"/>
                </a:solidFill>
                <a:latin typeface="Calibri"/>
              </a:defRPr>
            </a:pPr>
            <a:r>
              <a:t>Organized by Katarzyna Raniszewska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9C27B0"/>
                </a:solidFill>
                <a:latin typeface="Calibri"/>
              </a:defRPr>
            </a:pPr>
            <a:r>
              <a:t>📚  RECOMMENDED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9C27B0"/>
                </a:solidFill>
                <a:latin typeface="Calibri"/>
              </a:defRPr>
            </a:pPr>
            <a:r>
              <a:t>Book Club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9C27B0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103120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The 4 Disciplines of Execution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423160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2E2EA"/>
                </a:solidFill>
                <a:latin typeface="Calibri"/>
              </a:defRPr>
            </a:pPr>
            <a:r>
              <a:t>Focus on WIGs, Leading/Lagging Metrics, Scorecards &amp; Follow-through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743200"/>
            <a:ext cx="9326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Shared by Pavel Golubev · 🧠 ×7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9183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9C27B0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3291839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The Speaking Coach: Stop Saying This Word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611879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2E2EA"/>
                </a:solidFill>
                <a:latin typeface="Calibri"/>
              </a:defRPr>
            </a:pPr>
            <a:r>
              <a:t>Communication insights - clickbait title but genuinely great content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931920"/>
            <a:ext cx="9326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Shared by Maria Plendukova · ❤️ ×2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94360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9800"/>
                </a:solidFill>
                <a:latin typeface="Calibri"/>
              </a:defRPr>
            </a:pPr>
            <a:r>
              <a:t>👏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9800"/>
                </a:solidFill>
                <a:latin typeface="Calibri"/>
              </a:defRPr>
            </a:pPr>
            <a:r>
              <a:t>Recognition Round-Up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9800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pavel.savinskiy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sergeydesigner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"Outstanding design work and creativity"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F9800"/>
                </a:solidFill>
                <a:latin typeface="Calibri"/>
              </a:defRPr>
            </a:pPr>
            <a:r>
              <a:t>SERVE OTHERS · WORK TOGETHER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91E63"/>
                </a:solidFill>
                <a:latin typeface="Calibri"/>
              </a:defRPr>
            </a:pPr>
            <a:r>
              <a:t>🌟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91E63"/>
                </a:solidFill>
                <a:latin typeface="Calibri"/>
              </a:defRPr>
            </a:pPr>
            <a:r>
              <a:t>Team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91E63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Sem Sinchenko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Ildar Fatykhov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"Exceptional technical contribution and problem-solving"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E91E63"/>
                </a:solidFill>
                <a:latin typeface="Calibri"/>
              </a:defRPr>
            </a:pPr>
            <a:r>
              <a:t>EXTREME OWNERSHIP · SERVE OTHERS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3F51B5"/>
                </a:solidFill>
                <a:latin typeface="Calibri"/>
              </a:defRPr>
            </a:pPr>
            <a:r>
              <a:t>⚡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3F51B5"/>
                </a:solidFill>
                <a:latin typeface="Calibri"/>
              </a:defRPr>
            </a:pPr>
            <a:r>
              <a:t>DevOps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3F51B5"/>
                </a:solidFill>
                <a:latin typeface="Calibri"/>
              </a:defRPr>
            </a:pPr>
            <a: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Gleb Krahotkin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Hierman Pelekh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"Infrastructure improvements and system reliability"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3F51B5"/>
                </a:solidFill>
                <a:latin typeface="Calibri"/>
              </a:defRPr>
            </a:pPr>
            <a:r>
              <a:t>BUILD BETTER · WORK TOGETHER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60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607D8B"/>
                </a:solidFill>
                <a:latin typeface="Calibri"/>
              </a:defRPr>
            </a:pPr>
            <a:r>
              <a:t>🎯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607D8B"/>
                </a:solidFill>
                <a:latin typeface="Calibri"/>
              </a:defRPr>
            </a:pPr>
            <a:r>
              <a:t>Multi-Team Collaboration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607D8B"/>
                </a:solidFill>
                <a:latin typeface="Calibri"/>
              </a:defRPr>
            </a:pPr>
            <a: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Anastasia Sokolova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Sasha Sakovich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"Cross-functional project leadership and execution"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607D8B"/>
                </a:solidFill>
                <a:latin typeface="Calibri"/>
              </a:defRPr>
            </a:pPr>
            <a:r>
              <a:t>WORK TOGETHER · EXTREME OWNERSHIP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4CAF50"/>
                </a:solidFill>
                <a:latin typeface="Calibri"/>
              </a:defRPr>
            </a:pPr>
            <a:r>
              <a:t>🚀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4CAF50"/>
                </a:solidFill>
                <a:latin typeface="Calibri"/>
              </a:defRPr>
            </a:pPr>
            <a:r>
              <a:t>Team Synergy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4CAF50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Alexandr Zhitlukhin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ArtKip, Taha, Agustin, Francesco, Alessandro, Anna Timoshenko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"Amazing cross-team collaboration on key initiatives"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4CAF50"/>
                </a:solidFill>
                <a:latin typeface="Calibri"/>
              </a:defRPr>
            </a:pPr>
            <a:r>
              <a:t>WORK TOGETHER · SERVE OTHERS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5722"/>
                </a:solidFill>
                <a:latin typeface="Calibri"/>
              </a:defRPr>
            </a:pPr>
            <a:r>
              <a:t>📈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5722"/>
                </a:solidFill>
                <a:latin typeface="Calibri"/>
              </a:defRPr>
            </a:pPr>
            <a:r>
              <a:t>Company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FF5722"/>
                </a:solidFill>
                <a:latin typeface="Calibri"/>
              </a:defRPr>
            </a:pPr>
            <a:r>
              <a:t>$100M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Gross Profit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40% YoY Growth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Building toward our ambitious $50B vision with strong fundamentals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9C27B0"/>
                </a:solidFill>
                <a:latin typeface="Calibri"/>
              </a:defRPr>
            </a:pPr>
            <a:r>
              <a:t>🤖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9C27B0"/>
                </a:solidFill>
                <a:latin typeface="Calibri"/>
              </a:defRPr>
            </a:pPr>
            <a:r>
              <a:t>AI Revolution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9C27B0"/>
                </a:solidFill>
                <a:latin typeface="Calibri"/>
              </a:defRPr>
            </a:pPr>
            <a:r>
              <a:t>1,000+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OKRs checked daily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Engineering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AI-Powered OKR Auditor Live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Every employee will manage 5-10 AI agents within 3-6 months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"Automation is transforming how we work and scale"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4CAF50"/>
                </a:solidFill>
                <a:latin typeface="Calibri"/>
              </a:defRPr>
            </a:pPr>
            <a:r>
              <a:t>🎮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4CAF50"/>
                </a:solidFill>
                <a:latin typeface="Calibri"/>
              </a:defRPr>
            </a:pPr>
            <a:r>
              <a:t>Gaming Milestone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4CAF50"/>
                </a:solidFill>
                <a:latin typeface="Calibri"/>
              </a:defRPr>
            </a:pPr>
            <a:r>
              <a:t>61%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retention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Gaming Division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Infinite Minesweeper Exceeds Benchmarks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Apple ERA benchmark: 151-160%, we're crushing expectations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"Gaming division officially profitable in 2025!"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2196F3"/>
                </a:solidFill>
                <a:latin typeface="Calibri"/>
              </a:defRPr>
            </a:pPr>
            <a:r>
              <a:t>🛡️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2196F3"/>
                </a:solidFill>
                <a:latin typeface="Calibri"/>
              </a:defRPr>
            </a:pPr>
            <a:r>
              <a:t>Security Achievement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2196F3"/>
                </a:solidFill>
                <a:latin typeface="Calibri"/>
              </a:defRPr>
            </a:pPr>
            <a:r>
              <a:t>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fraud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Anti-Fraud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Fraud Reduced from 22% to Under 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Dynamic SDK signatures proving highly effective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"Protecting our ecosystem and partners"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9800"/>
                </a:solidFill>
                <a:latin typeface="Calibri"/>
              </a:defRPr>
            </a:pPr>
            <a:r>
              <a:t>💰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9800"/>
                </a:solidFill>
                <a:latin typeface="Calibri"/>
              </a:defRPr>
            </a:pPr>
            <a:r>
              <a:t>Sales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FF9800"/>
                </a:solidFill>
                <a:latin typeface="Calibri"/>
              </a:defRPr>
            </a:pPr>
            <a:r>
              <a:t>$390K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net revenue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Sales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8 Deals Closed in One Week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Outstanding performance driving company growth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"Momentum building across all verticals"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8BC34A"/>
                </a:solidFill>
                <a:latin typeface="Calibri"/>
              </a:defRPr>
            </a:pPr>
            <a:r>
              <a:t>🧘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8BC34A"/>
                </a:solidFill>
                <a:latin typeface="Calibri"/>
              </a:defRPr>
            </a:pPr>
            <a:r>
              <a:t>Office Wellness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Daily Yoga Sessions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"Namaste! Join us every day at 13:10 CET"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Anna Kolyada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2120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BC34A"/>
                </a:solidFill>
                <a:latin typeface="Calibri"/>
              </a:defRPr>
            </a:pPr>
            <a:r>
              <a:t>🧘 ×15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Office Culture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6B35"/>
                </a:solidFill>
                <a:latin typeface="Calibri"/>
              </a:defRPr>
            </a:pPr>
            <a:r>
              <a:t>🏆  WEEKLY RITUAL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6B35"/>
                </a:solidFill>
                <a:latin typeface="Calibri"/>
              </a:defRPr>
            </a:pPr>
            <a:r>
              <a:t>Weekly Pulse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Build. Ship. Improve.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9260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What did you ship this week?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6576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How will you improve next week?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75488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From requirements to pull requests mentality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Company Culture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