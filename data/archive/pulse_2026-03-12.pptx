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March 12,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6B6B"/>
                </a:solidFill>
                <a:latin typeface="Calibri"/>
              </a:defRPr>
            </a:pPr>
            <a:r>
              <a:t>Birthday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Alexandr Sikorsky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Celebrating another year of awesome! Thank you for being such a fantastic part of our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6B6B"/>
                </a:solidFill>
                <a:latin typeface="Calibri"/>
              </a:defRPr>
            </a:pPr>
            <a:r>
              <a:t>Making work brighter with ideas, humor, and dedication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Calibri"/>
              </a:defRPr>
            </a:pPr>
            <a:r>
              <a:t>🚀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DC4"/>
                </a:solidFill>
                <a:latin typeface="Calibri"/>
              </a:defRPr>
            </a:pPr>
            <a:r>
              <a:t>DevOps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4ECDC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click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Gleb Krahotkin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Coolify Platform Launched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Revolutionary deployment service now live for all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"Deploy applications in just a few clicks with our new internal platform"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9B59B6"/>
                </a:solidFill>
                <a:latin typeface="Calibri"/>
              </a:defRPr>
            </a:pPr>
            <a:r>
              <a:t>👏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9B59B6"/>
                </a:solidFill>
                <a:latin typeface="Calibri"/>
              </a:defRPr>
            </a:pPr>
            <a:r>
              <a:t>Team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B59B6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pavel.savinskiy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sergeydesigner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design work and creative excellence"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B59B6"/>
                </a:solidFill>
                <a:latin typeface="Calibri"/>
              </a:defRPr>
            </a:pPr>
            <a:r>
              <a:t>EXCELLENCE · CREATIVITY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Calibri"/>
              </a:defRPr>
            </a:pPr>
            <a:r>
              <a:t>🔥 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67E22"/>
                </a:solidFill>
                <a:latin typeface="Calibri"/>
              </a:defRPr>
            </a:pPr>
            <a:r>
              <a:t>Lunch &amp; Learn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11th Lunch &amp; Learn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7E22"/>
                </a:solidFill>
                <a:latin typeface="Calibri"/>
              </a:defRPr>
            </a:pPr>
            <a:r>
              <a:t>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Timofey Levanov presented on fraud traffic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95A3"/>
                </a:solidFill>
                <a:latin typeface="Calibri"/>
              </a:defRPr>
            </a:pPr>
            <a:r>
              <a:t>Organized by Katarzyna Raniszewska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  <a:latin typeface="Calibri"/>
              </a:defRPr>
            </a:pPr>
            <a:r>
              <a:t>🌟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498DB"/>
                </a:solidFill>
                <a:latin typeface="Calibri"/>
              </a:defRPr>
            </a:pPr>
            <a:r>
              <a:t>Individual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498DB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Sem Sinchenko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Ildar Fatykhov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"Exceptional performance and dedication"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498DB"/>
                </a:solidFill>
                <a:latin typeface="Calibri"/>
              </a:defRPr>
            </a:pPr>
            <a:r>
              <a:t>EXCELLENCE · DEDICATION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7AE60"/>
                </a:solidFill>
                <a:latin typeface="Calibri"/>
              </a:defRPr>
            </a:pPr>
            <a:r>
              <a:t>Knowledge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7AE6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The Speaking Coach: Communication Mastery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Essential insights on powerful communication and avoiding weak language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Maria Plendukova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#general-chat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E44AD"/>
                </a:solidFill>
                <a:latin typeface="Calibri"/>
              </a:defRPr>
            </a:pPr>
            <a:r>
              <a:t>📖  WEEKLY RITUAL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E44AD"/>
                </a:solidFill>
                <a:latin typeface="Calibri"/>
              </a:defRPr>
            </a:pPr>
            <a:r>
              <a:t>Reading Club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The 4 Disciplines of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Join Anna's new reading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Focus on execution excellence this quarter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CONTINUOUS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39C12"/>
                </a:solidFill>
                <a:latin typeface="Calibri"/>
              </a:defRPr>
            </a:pPr>
            <a:r>
              <a:t>🎯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39C12"/>
                </a:solidFill>
                <a:latin typeface="Calibri"/>
              </a:defRPr>
            </a:pPr>
            <a:r>
              <a:t>Team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39C12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Anastasia Sokolova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Sasha Sakovich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teamwork and results delivery"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39C12"/>
                </a:solidFill>
                <a:latin typeface="Calibri"/>
              </a:defRPr>
            </a:pPr>
            <a:r>
              <a:t>TEAMWORK ·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💪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74C3C"/>
                </a:solidFill>
                <a:latin typeface="Calibri"/>
              </a:defRPr>
            </a:pPr>
            <a:r>
              <a:t>Multi-Team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E74C3C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Alexandr Zhitlukhin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ArtKip, Taha, Agustin, Francesco, Alessandro, Anna Timoshenko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"Incredible cross-functional collaboration"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74C3C"/>
                </a:solidFill>
                <a:latin typeface="Calibri"/>
              </a:defRPr>
            </a:pPr>
            <a:r>
              <a:t>TEAMWORK · COLLABORATION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6A085"/>
                </a:solidFill>
                <a:latin typeface="Calibri"/>
              </a:defRPr>
            </a:pPr>
            <a:r>
              <a:t>💰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6A085"/>
                </a:solidFill>
                <a:latin typeface="Calibri"/>
              </a:defRPr>
            </a:pPr>
            <a:r>
              <a:t>Revenue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16A085"/>
                </a:solidFill>
                <a:latin typeface="Calibri"/>
              </a:defRPr>
            </a:pPr>
            <a:r>
              <a:t>$390k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Net Revenue (One Week)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Weekly Sales Achievement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Exceptional performance across all revenue streams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🛡️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C0392B"/>
                </a:solidFill>
                <a:latin typeface="Calibri"/>
              </a:defRPr>
            </a:pPr>
            <a:r>
              <a:t>Security Victory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C0392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% fraud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Security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Fraud Rate Dramatically Reduced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Dynamic SDK signatures cut fraud from 22% to under 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"Revolutionary security improvements protecting our ecosystem"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E44AD"/>
                </a:solidFill>
                <a:latin typeface="Calibri"/>
              </a:defRPr>
            </a:pPr>
            <a:r>
              <a:t>🎮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E44AD"/>
                </a:solidFill>
                <a:latin typeface="Calibri"/>
              </a:defRPr>
            </a:pPr>
            <a:r>
              <a:t>Gaming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8E44AD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Year Gaming Became Profitable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Gaming Division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Strategic pivot delivers sustainable profitability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Calibri"/>
              </a:defRPr>
            </a:pPr>
            <a:r>
              <a:t>🎯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ECC71"/>
                </a:solidFill>
                <a:latin typeface="Calibri"/>
              </a:defRPr>
            </a:pPr>
            <a:r>
              <a:t>Retention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2ECC71"/>
                </a:solidFill>
                <a:latin typeface="Calibri"/>
              </a:defRPr>
            </a:pPr>
            <a: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%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Game Development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Infinite Minesweeper Crushing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Exceeding Apple benchmark retention rates consistently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"Player engagement strategies delivering exceptional results"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98DB"/>
                </a:solidFill>
                <a:latin typeface="Calibri"/>
              </a:defRPr>
            </a:pPr>
            <a:r>
              <a:t>🤖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498DB"/>
                </a:solidFill>
                <a:latin typeface="Calibri"/>
              </a:defRPr>
            </a:pPr>
            <a:r>
              <a:t>AI Automation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3498DB"/>
                </a:solidFill>
                <a:latin typeface="Calibri"/>
              </a:defRPr>
            </a:pPr>
            <a:r>
              <a:t>$4k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saved per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AI Development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Daria AI Bot Delivering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Automated app review analysis saving significant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"AI-first approach generating measurable business value"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1C40F"/>
                </a:solidFill>
                <a:latin typeface="Calibri"/>
              </a:defRPr>
            </a:pPr>
            <a:r>
              <a:t>🏆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1C40F"/>
                </a:solidFill>
                <a:latin typeface="Calibri"/>
              </a:defRPr>
            </a:pPr>
            <a:r>
              <a:t>Marketing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1C40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Gleb Krahotkin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Hierman Pelekh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marketing campaign performance"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1C40F"/>
                </a:solidFill>
                <a:latin typeface="Calibri"/>
              </a:defRPr>
            </a:pPr>
            <a:r>
              <a:t>EXCELLENCE · INNOVATION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495E"/>
                </a:solidFill>
                <a:latin typeface="Calibri"/>
              </a:defRPr>
            </a:pPr>
            <a:r>
              <a:t>📊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4495E"/>
                </a:solidFill>
                <a:latin typeface="Calibri"/>
              </a:defRPr>
            </a:pPr>
            <a:r>
              <a:t>AI Operations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34495E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OKRs Audited Daily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OKR Auditor Achievement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AI system processing massive scale of individual objectives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9B59B6"/>
                </a:solidFill>
                <a:latin typeface="Calibri"/>
              </a:defRPr>
            </a:pPr>
            <a:r>
              <a:t>🧘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9B59B6"/>
                </a:solidFill>
                <a:latin typeface="Calibri"/>
              </a:defRPr>
            </a:pPr>
            <a:r>
              <a:t>Wellness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Daily Yoga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"Daily yoga at 13:10 CET - building healthy habits together"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Anna Kolyada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9B59B6"/>
                </a:solidFill>
                <a:latin typeface="Calibri"/>
              </a:defRPr>
            </a:pPr>
            <a: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office culture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Calibri"/>
              </a:defRPr>
            </a:pPr>
            <a:r>
              <a:t>🚢  WEEKLY RITUAL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67E22"/>
                </a:solidFill>
                <a:latin typeface="Calibri"/>
              </a:defRPr>
            </a:pPr>
            <a:r>
              <a:t>Build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Build. Ship. Improve.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Shift from requirements to pull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Action over analysis paralysis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EXECUTION EXCELLENCE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company culture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