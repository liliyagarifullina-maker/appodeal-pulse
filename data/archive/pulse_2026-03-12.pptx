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Thursday, March 12,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6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6B"/>
                </a:solidFill>
                <a:latin typeface="Calibri"/>
              </a:defRPr>
            </a:pPr>
            <a:r>
              <a:t>Birthday Celebration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Alexandr Sikorsky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10th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year ahead filled with growth, success, and happiness! 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6B6B"/>
                </a:solidFill>
                <a:latin typeface="Calibri"/>
              </a:defRPr>
            </a:pPr>
            <a:r>
              <a:t>Thanks for all the warm birthday wishes from the team!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5B7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5B7D1"/>
                </a:solidFill>
                <a:latin typeface="Calibri"/>
              </a:defRPr>
            </a:pPr>
            <a:r>
              <a:t>🎉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5B7D1"/>
                </a:solidFill>
                <a:latin typeface="Calibri"/>
              </a:defRPr>
            </a:pPr>
            <a:r>
              <a:t>Birthday Celebration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Yurii Ivanovskyi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10th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Hope you had the most wonderful birthday celebration! Here's to another year of amazing achievements! 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5B7D1"/>
                </a:solidFill>
                <a:latin typeface="Calibri"/>
              </a:defRPr>
            </a:pPr>
            <a:r>
              <a:t>The whole team joined in celebrating with heartfelt wishes!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9500"/>
                </a:solidFill>
                <a:latin typeface="Calibri"/>
              </a:defRPr>
            </a:pPr>
            <a:r>
              <a:t>🚀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9500"/>
                </a:solidFill>
                <a:latin typeface="Calibri"/>
              </a:defRPr>
            </a:pPr>
            <a:r>
              <a:t>DevOps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9500"/>
                </a:solidFill>
                <a:latin typeface="Calibri"/>
              </a:defRPr>
            </a:pPr>
            <a:r>
              <a:t>26+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reactions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Coolify Deployment Platform 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Introduced Coolify service for one-click app deployment with comprehensive documentation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"Empowering teams with streamlined deployment workflows"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C27B0"/>
                </a:solidFill>
                <a:latin typeface="Calibri"/>
              </a:defRPr>
            </a:pPr>
            <a:r>
              <a:t>🧠 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C27B0"/>
                </a:solidFill>
                <a:latin typeface="Calibri"/>
              </a:defRPr>
            </a:pPr>
            <a:r>
              <a:t>Book Club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The 4 Disciplines of Execution Reading Club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9C27B0"/>
                </a:solidFill>
                <a:latin typeface="Calibri"/>
              </a:defRPr>
            </a:pPr>
            <a:r>
              <a:t>Starting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Focusing on Wildly Important Goals, Leading/Lagging Metrics, Scorecards, and Execution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95A3"/>
                </a:solidFill>
                <a:latin typeface="Calibri"/>
              </a:defRPr>
            </a:pPr>
            <a:r>
              <a:t>Organized by Anna &amp; Pavel Golubev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🎯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Lunch &amp; Learn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4CAF50"/>
                </a:solidFill>
                <a:latin typeface="Calibri"/>
              </a:defRPr>
            </a:pPr>
            <a:r>
              <a:t>11th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Katarzyna &amp; Timofey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Fraud Detection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Timofey delivered an insightful presentation on traffic fraud detection with recording available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"Knowledge sharing continues to strengthen our technical expertise"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5722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5722"/>
                </a:solidFill>
                <a:latin typeface="Calibri"/>
              </a:defRPr>
            </a:pPr>
            <a:r>
              <a:t>Team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5722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Pavel Savinskiy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sergeydesigner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design work and dedication"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5722"/>
                </a:solidFill>
                <a:latin typeface="Calibri"/>
              </a:defRPr>
            </a:pPr>
            <a:r>
              <a:t>EXTREME TEAMWORK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196F3"/>
                </a:solidFill>
                <a:latin typeface="Calibri"/>
              </a:defRPr>
            </a:pPr>
            <a:r>
              <a:t>⭐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196F3"/>
                </a:solidFill>
                <a:latin typeface="Calibri"/>
              </a:defRPr>
            </a:pPr>
            <a:r>
              <a:t>Excellence Recognized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2196F3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Sem Sinchenko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Ildar Fatykhov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performance and technical excellence"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196F3"/>
                </a:solidFill>
                <a:latin typeface="Calibri"/>
              </a:defRPr>
            </a:pPr>
            <a:r>
              <a:t>BRAIN · EXCELLENCE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C27B0"/>
                </a:solidFill>
                <a:latin typeface="Calibri"/>
              </a:defRPr>
            </a:pPr>
            <a:r>
              <a:t>🚀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C27B0"/>
                </a:solidFill>
                <a:latin typeface="Calibri"/>
              </a:defRPr>
            </a:pPr>
            <a:r>
              <a:t>Team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9C27B0"/>
                </a:solidFill>
                <a:latin typeface="Calibri"/>
              </a:defRPr>
            </a:pPr>
            <a: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Anastasia Sokolova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Sasha Sakovich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"Amazing teamwork and project delivery"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9C27B0"/>
                </a:solidFill>
                <a:latin typeface="Calibri"/>
              </a:defRPr>
            </a:pPr>
            <a:r>
              <a:t>TEAMWORK · EXCELLENCE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6B"/>
                </a:solidFill>
                <a:latin typeface="Calibri"/>
              </a:defRPr>
            </a:pPr>
            <a:r>
              <a:t>🔥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6B"/>
                </a:solidFill>
                <a:latin typeface="Calibri"/>
              </a:defRPr>
            </a:pPr>
            <a:r>
              <a:t>DevOps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6B6B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Gleb Krahotkin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Hierman Pelekh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technical contribution and innovation"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6B6B"/>
                </a:solidFill>
                <a:latin typeface="Calibri"/>
              </a:defRPr>
            </a:pPr>
            <a:r>
              <a:t>TECHNICAL EXCELLENCE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💪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Cross-Team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4CAF50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Roman Rinchinov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Vasyl Plesiuk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support and collaboration across teams"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4CAF50"/>
                </a:solidFill>
                <a:latin typeface="Calibri"/>
              </a:defRPr>
            </a:pPr>
            <a:r>
              <a:t>SERVE OTHERS · TEAMWORK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9500"/>
                </a:solidFill>
                <a:latin typeface="Calibri"/>
              </a:defRPr>
            </a:pPr>
            <a:r>
              <a:t>🎯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9500"/>
                </a:solidFill>
                <a:latin typeface="Calibri"/>
              </a:defRPr>
            </a:pPr>
            <a:r>
              <a:t>Quality Focus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9500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Dima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Irina Koval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attention to quality and detail"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9500"/>
                </a:solidFill>
                <a:latin typeface="Calibri"/>
              </a:defRPr>
            </a:pPr>
            <a:r>
              <a:t>EXCELLENCE · DEDICATION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📈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Growth Trajectory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4CAF50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YoY Growth Projected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40% Year-over-Year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Company continues strong growth momentum toward ambitious targets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C27B0"/>
                </a:solidFill>
                <a:latin typeface="Calibri"/>
              </a:defRPr>
            </a:pPr>
            <a:r>
              <a:t>🎮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C27B0"/>
                </a:solidFill>
                <a:latin typeface="Calibri"/>
              </a:defRPr>
            </a:pPr>
            <a:r>
              <a:t>Gaming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9C27B0"/>
                </a:solidFill>
                <a:latin typeface="Calibri"/>
              </a:defRPr>
            </a:pPr>
            <a:r>
              <a:t>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retention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Gaming Division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Infinite Minesweeper 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Achieved 61% retention rate, outperforming Apple benchmarks (ERA: 151-160%)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"Gaming division reaches profitability in 2025"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5722"/>
                </a:solidFill>
                <a:latin typeface="Calibri"/>
              </a:defRPr>
            </a:pPr>
            <a:r>
              <a:t>🛡️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5722"/>
                </a:solidFill>
                <a:latin typeface="Calibri"/>
              </a:defRPr>
            </a:pPr>
            <a:r>
              <a:t>Security Achievement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5722"/>
                </a:solidFill>
                <a:latin typeface="Calibri"/>
              </a:defRPr>
            </a:pPr>
            <a:r>
              <a:t>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fraud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Fraud Detection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Fraud Dramatically Reduced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Dynamic SDK signatures reduced fraud from 22% to under 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"Protecting revenue through advanced security measures"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196F3"/>
                </a:solidFill>
                <a:latin typeface="Calibri"/>
              </a:defRPr>
            </a:pPr>
            <a:r>
              <a:t>🤖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196F3"/>
                </a:solidFill>
                <a:latin typeface="Calibri"/>
              </a:defRPr>
            </a:pPr>
            <a:r>
              <a:t>AI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2196F3"/>
                </a:solidFill>
                <a:latin typeface="Calibri"/>
              </a:defRPr>
            </a:pPr>
            <a:r>
              <a:t>1000+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OKRs checked daily by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AI-Powered Future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Every employee will manage 5-10 AI agents within 3-6 months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💰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Sales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4CAF50"/>
                </a:solidFill>
                <a:latin typeface="Calibri"/>
              </a:defRPr>
            </a:pPr>
            <a:r>
              <a:t>$390K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net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Sales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Outstanding Sales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8 deals closed generating $390k net revenue in one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"Momentum building toward ambitious revenue targets"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6B"/>
                </a:solidFill>
                <a:latin typeface="Calibri"/>
              </a:defRPr>
            </a:pPr>
            <a:r>
              <a:t>📚  RECOMMENDED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6B"/>
                </a:solidFill>
                <a:latin typeface="Calibri"/>
              </a:defRPr>
            </a:pPr>
            <a:r>
              <a:t>Recommended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6B6B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10312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The Speaking Coach: Communication Excellence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42316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2E2EA"/>
                </a:solidFill>
                <a:latin typeface="Calibri"/>
              </a:defRPr>
            </a:pPr>
            <a:r>
              <a:t>Insights on improving communication skills and avoiding weak language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743200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Shared by Maria Plendukova ·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94360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general-chat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C27B0"/>
                </a:solidFill>
                <a:latin typeface="Calibri"/>
              </a:defRPr>
            </a:pPr>
            <a:r>
              <a:t>🧘  WEEKLY RITUAL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C27B0"/>
                </a:solidFill>
                <a:latin typeface="Calibri"/>
              </a:defRPr>
            </a:pPr>
            <a:r>
              <a:t>Daily Wellness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Daily Yoga Sessions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Join Anna Kolyada for daily yoga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13:10 CET - office &amp; online streaming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WORK-LIFE 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wellness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9500"/>
                </a:solidFill>
                <a:latin typeface="Calibri"/>
              </a:defRPr>
            </a:pPr>
            <a:r>
              <a:t>💡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9500"/>
                </a:solidFill>
                <a:latin typeface="Calibri"/>
              </a:defRPr>
            </a:pPr>
            <a:r>
              <a:t>Leadership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Build. Ship. Improve.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"Shift from requirements to pull request mentality - focus on execution and continuous improvement"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CEO Mandate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9500"/>
                </a:solidFill>
                <a:latin typeface="Calibri"/>
              </a:defRPr>
            </a:pPr>
            <a:r>
              <a:t>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leadership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