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Thursday, March 12,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6B"/>
                </a:solidFill>
                <a:latin typeface="Calibri"/>
              </a:defRPr>
            </a:pPr>
            <a:r>
              <a:t>Birthday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Alexandr Sikorsky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Thanks guys, all of you, for the warm wishes! 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6B6B"/>
                </a:solidFill>
                <a:latin typeface="Calibri"/>
              </a:defRPr>
            </a:pPr>
            <a:r>
              <a:t>The whole team came together to celebrate with warm birthday wishes!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ECDC4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ECDC4"/>
                </a:solidFill>
                <a:latin typeface="Calibri"/>
              </a:defRPr>
            </a:pPr>
            <a:r>
              <a:t>DevOps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ECDC4"/>
                </a:solidFill>
                <a:latin typeface="Calibri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Coolify Platform Launched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Introduced a revolutionary deployment service that allows applications to be deployed in just a few clicks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"Massive team excitement with 36 🚀 reactions and detailed documentation already available"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D93D"/>
                </a:solidFill>
                <a:latin typeface="Calibri"/>
              </a:defRPr>
            </a:pPr>
            <a:r>
              <a:t>🔥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D93D"/>
                </a:solidFill>
                <a:latin typeface="Calibri"/>
              </a:defRPr>
            </a:pPr>
            <a:r>
              <a:t>Learning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11th Lunch &amp; Learn: Fraud Traffic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D93D"/>
                </a:solidFill>
                <a:latin typeface="Calibri"/>
              </a:defRPr>
            </a:pPr>
            <a:r>
              <a:t>Recently 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Timofey Levanov delivered an insightful presentation on fraud detection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Katarzyna Raniszewska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C5CE7"/>
                </a:solidFill>
                <a:latin typeface="Calibri"/>
              </a:defRPr>
            </a:pPr>
            <a:r>
              <a:t>📚  RECOMMENDED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C5CE7"/>
                </a:solidFill>
                <a:latin typeface="Calibri"/>
              </a:defRPr>
            </a:pPr>
            <a:r>
              <a:t>Reading Club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6C5CE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1031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4 Disciplines of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2316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Focus on Wildly Important Goals, Leading/Lagging Metrics, Scorecards, and Follow-through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4320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Pavel Golubev ·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6C5CE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291839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Speaking Coach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611879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Highly recommended content on effective communication techniques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93192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Maria Plendukova ·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F43"/>
                </a:solidFill>
                <a:latin typeface="Calibri"/>
              </a:defRPr>
            </a:pPr>
            <a:r>
              <a:t>Design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9F43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pavel.savinskiy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sergeydesigner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design work and creative contributions"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9F43"/>
                </a:solidFill>
                <a:latin typeface="Calibri"/>
              </a:defRPr>
            </a:pPr>
            <a:r>
              <a:t>We work TOGETHER · SERVE OTHERS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B894"/>
                </a:solidFill>
                <a:latin typeface="Calibri"/>
              </a:defRPr>
            </a:pPr>
            <a:r>
              <a:t>🌟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B894"/>
                </a:solidFill>
                <a:latin typeface="Calibri"/>
              </a:defRPr>
            </a:pPr>
            <a:r>
              <a:t>DevOps Heroes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0B894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Gleb Krahotkin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Hierman Pelekh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technical contributions to infrastructure"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B894"/>
                </a:solidFill>
                <a:latin typeface="Calibri"/>
              </a:defRPr>
            </a:pPr>
            <a:r>
              <a:t>Technical Excellence · Innovation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17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17055"/>
                </a:solidFill>
                <a:latin typeface="Calibri"/>
              </a:defRPr>
            </a:pPr>
            <a:r>
              <a:t>💪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17055"/>
                </a:solidFill>
                <a:latin typeface="Calibri"/>
              </a:defRPr>
            </a:pPr>
            <a:r>
              <a:t>Development Powerhouse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17055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Sem Sinchenko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Ildar Fatykhov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"Brilliant technical execution and problem-solving"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17055"/>
                </a:solidFill>
                <a:latin typeface="Calibri"/>
              </a:defRPr>
            </a:pPr>
            <a:r>
              <a:t>Excellence · Innovation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C5CE7"/>
                </a:solidFill>
                <a:latin typeface="Calibri"/>
              </a:defRPr>
            </a:pPr>
            <a:r>
              <a:t>🎯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C5CE7"/>
                </a:solidFill>
                <a:latin typeface="Calibri"/>
              </a:defRPr>
            </a:pPr>
            <a:r>
              <a:t>Exceptional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6C5CE7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Anastasia Sokolova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Sasha Sakovich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customer support and problem resolution"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6C5CE7"/>
                </a:solidFill>
                <a:latin typeface="Calibri"/>
              </a:defRPr>
            </a:pPr>
            <a:r>
              <a:t>Customer Focus · Excellence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B894"/>
                </a:solidFill>
                <a:latin typeface="Calibri"/>
              </a:defRPr>
            </a:pPr>
            <a:r>
              <a:t>🚀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B894"/>
                </a:solidFill>
                <a:latin typeface="Calibri"/>
              </a:defRPr>
            </a:pPr>
            <a:r>
              <a:t>Team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0B894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Roman Rinchinov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Vasyl Plesiuk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"Excellent teamwork and collaborative spirit"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B894"/>
                </a:solidFill>
                <a:latin typeface="Calibri"/>
              </a:defRPr>
            </a:pPr>
            <a:r>
              <a:t>We work TOGETHER · Team Excellence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D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DCB6E"/>
                </a:solidFill>
                <a:latin typeface="Calibri"/>
              </a:defRPr>
            </a:pPr>
            <a:r>
              <a:t>⭐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DCB6E"/>
                </a:solidFill>
                <a:latin typeface="Calibri"/>
              </a:defRPr>
            </a:pPr>
            <a:r>
              <a:t>Creative Team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DCB6E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Alexandr Zhitlukhin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ArtKip, Taha, Agustin, Francesco, Alessandro, Anna Timoshenko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"Amazing collaborative creative work"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DCB6E"/>
                </a:solidFill>
                <a:latin typeface="Calibri"/>
              </a:defRPr>
            </a:pPr>
            <a:r>
              <a:t>Creativity · Teamwork · Excellence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A29BFE"/>
                </a:solidFill>
                <a:latin typeface="Calibri"/>
              </a:defRPr>
            </a:pPr>
            <a:r>
              <a:t>💼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A29BFE"/>
                </a:solidFill>
                <a:latin typeface="Calibri"/>
              </a:defRPr>
            </a:pPr>
            <a:r>
              <a:t>Strategic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A29BF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core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Pavel Golubev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CV Health Rate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Turning Core Values and Leadership Principles into real operating constraints and decision-making guardrails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"Moving from slogans to actionable business framework with measurable outcomes"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B894"/>
                </a:solidFill>
                <a:latin typeface="Calibri"/>
              </a:defRPr>
            </a:pPr>
            <a:r>
              <a:t>🎯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B894"/>
                </a:solidFill>
                <a:latin typeface="Calibri"/>
              </a:defRPr>
            </a:pPr>
            <a:r>
              <a:t>Company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00B894"/>
                </a:solidFill>
                <a:latin typeface="Calibri"/>
              </a:defRPr>
            </a:pPr>
            <a:r>
              <a:t>$20M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EBITDA Achievement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40% YoY Growth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Appodeal continues its impressive growth journey toward becoming a $50B company with 1,500 employees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Calibri"/>
              </a:defRPr>
            </a:pPr>
            <a:r>
              <a:t>🤖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6B"/>
                </a:solidFill>
                <a:latin typeface="Calibri"/>
              </a:defRPr>
            </a:pPr>
            <a:r>
              <a:t>AI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6B6B"/>
                </a:solidFill>
                <a:latin typeface="Calibri"/>
              </a:defRPr>
            </a:pPr>
            <a:r>
              <a:t>1000+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OKRs analyzed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Engineering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AI-Powered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Every employee will manage 5-10 AI agents within 3-6 months as we transform how work gets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"OKR Auditor now checks 1,000+ individual OKRs daily via AI automation"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17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17055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17055"/>
                </a:solidFill>
                <a:latin typeface="Calibri"/>
              </a:defRPr>
            </a:pPr>
            <a:r>
              <a:t>Gaming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17055"/>
                </a:solidFill>
                <a:latin typeface="Calibri"/>
              </a:defRPr>
            </a:pPr>
            <a: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retention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Infinite Minesweeper Hits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Achieved 61% retention rate, meeting Apple benchmark ERA: 151-160%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"Gaming division turned profitable in 2025 with multiple hit titles"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C5CE7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C5CE7"/>
                </a:solidFill>
                <a:latin typeface="Calibri"/>
              </a:defRPr>
            </a:pPr>
            <a:r>
              <a:t>Security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6C5CE7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Security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Fraud Prevention Breakthrough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Reduced fraud from 22% to under 4% using dynamic SDK signatures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"Massive improvement in platform security and user protection"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C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CEC9"/>
                </a:solidFill>
                <a:latin typeface="Calibri"/>
              </a:defRPr>
            </a:pPr>
            <a:r>
              <a:t>🧘‍♀️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CEC9"/>
                </a:solidFill>
                <a:latin typeface="Calibri"/>
              </a:defRPr>
            </a:pPr>
            <a:r>
              <a:t>Wellness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Daily Yoga with Anna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Join Anna Kolyada for daily yoga at 13:10 CET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Available both in office and online 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Work-Life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#wellness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D93D"/>
                </a:solidFill>
                <a:latin typeface="Calibri"/>
              </a:defRPr>
            </a:pPr>
            <a:r>
              <a:t>✨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D93D"/>
                </a:solidFill>
                <a:latin typeface="Calibri"/>
              </a:defRPr>
            </a:pPr>
            <a:r>
              <a:t>Office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Amazing Team Spirit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"The whole team came together with warm birthday wishes and incredible support for new initiatives"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Team Appodeal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D93D"/>
                </a:solidFill>
                <a:latin typeface="Calibri"/>
              </a:defRPr>
            </a:pPr>
            <a:r>
              <a:t>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#birthdays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