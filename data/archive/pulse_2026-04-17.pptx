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Friday, April 17,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Mikita Dzianisevich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April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MGP: Quality Assurance Platform · * Poland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Thanks everyone for joining today’s Lunch &amp;amp; Learn: AI for Engineers — Real W...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"Thanks everyone for joining today’s Lunch &amp;amp; Learn: AI for Engineers — Real Workflows &amp;amp; Best Practices! Big thanks to our speakers for sharing their experience and practical insights , , , If you missed it or want to revisit: Recording: here Our speakers’ presentations are attached. Thank you"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Lunch &amp;amp; Learn today: AI for Engineers — Real Workflows &amp;amp; Best Practices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"Lunch &amp;amp; Learn today: AI for Engineers — Real Workflows &amp;amp; Best Practices Today’s session is a bit special — for the first time we’ll have 4 speakers sharing their experience: , , , Looks like it’s going to be a really interesting one Note: today we start at 15:00 CET (instead of 13:00 CET) Th"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feel free to join us!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"feel free to join us!"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Mykhailo Kukharskyi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Isahakyan received 50× from Dima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"Isahakyan received 50× from Dima"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Viktor Trykolenko received 50× from Iurii Kotov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"Viktor Trykolenko received 50× from Iurii Kotov"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