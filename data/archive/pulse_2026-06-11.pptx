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Thursday, June 11,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Maksim Letunovskii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Exchange Engineering · * Portugal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Denis Glavatskikh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Mediation: Engineering · * Poland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Jasmine Nunez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Finance · * United States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You can now deploy your own AI bot on AWS Bedrock — and it’s easier than you thi...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"You can now deploy your own AI bot on AWS Bedrock — and it’s easier than you think The team just merged a PR with everything you need to spin up your own agent: a reference implementation, a ready-to-use infra setup -&amp;gt; Reference bot (&lt;!subteam^S97LQ33AL&gt;, thanks!) Fastest way to start — just ask 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Veronika Yastrebova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Summer Activity Challenge is here! To celebrate the launch of the Summer Co...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Summer Activity Challenge is here! To celebrate the launch of the Summer Connect Groups season, we're kicking off a Summer Activity Challenge in the Appodeal Sports Connect Group! Whether you enjoy walking, running, cycling, swimming, hiking, gym workouts, beach volleyball, yoga, team sports, 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Martin Jasmine Nunez received 25× from Michelle Walter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"Martin Jasmine Nunez received 25× from Michelle Walter"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Taha received 15× from Sergio-Yersi Villegas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"Taha received 15× from Sergio-Yersi Villegas"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