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Wednesday, July 08,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Lise Brandely</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July 08</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Holding: HR · * Spain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Maksim Roi</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July 07</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Mediation: Engineering A&amp;amp;F · * Belarus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Fernando Granata</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July 07</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BidMachine Business · * Spain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team and Happy Monday! Let's take a moment to welcome our new Director of Eng...</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team and Happy Monday! Let's take a moment to welcome our new Director of Engineering, UA DSP (MGP team) - *, who's joining us today! Joel is a software engineering leader with over 15 years of experience across b2b and b2c businesses, building high-functioning engineering teams that deliver on t"</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Irina Koval</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All Hands Meeting – July 9 Hi ! Our next All Hands Meeting is coming up on Thurs...</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"All Hands Meeting – July 9 Hi ! Our next All Hands Meeting is coming up on Thursday, July 9, from 16:00–17:30 CET. Calendar invitations have already been sent and should be waiting for you in your mailbox , so please make sure to accept them if you haven't done so yet. We'd also love to hear from yo"</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Katarzyna Raniszewska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[HIGH] Hello &lt;!subteam^S05ARPM4MC0&gt; team, Google Play payments are currently on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"[HIGH] Hello &lt;!subteam^S05ARPM4MC0&gt; team, Google Play payments are currently on hold for the Appodeal Inc. account. Google requires proof of the relationship between the account holder (, VP Finance) and Appodeal (Ads on mail). Could someone please provide an authorization or employment letter for D"</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Eduard Malkhasyan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Iurii Kotov Artur Abizgeldin Miguel Perez Isahakyan Roman Rinchinov Anna Timoshe...</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"Iurii Kotov Artur Abizgeldin Miguel Perez Isahakyan Roman Rinchinov Anna Timoshenko Iaroslav Zhuravlev Anastasia Zhizhchenko received 6× from Dima M."</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Irina Zelenskaya received 40× from Ana Breljak</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"Irina Zelenskaya received 40× from Ana Breljak"</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