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July 02,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Stanislav Kochkin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July 01</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Exchange Engineering · * Poland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Let’s take a moment to welcome our new Senior Director of Marketing - wh...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Let’s take a moment to welcome our new Senior Director of Marketing - who’s joining us today! Ryan brings over two decades of experience in programmatic advertising and AdTech marketing. Most recently, he served as Head of International Marketing at OpenX, and previously held marketing roles"</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Yanina Lozben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Hello team! I'd like to present to you the HR dashboard, a project that I have b...</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"Hello team! I'd like to present to you the HR dashboard, a project that I have been working on for the last 1.5 months together with . Among its main purposes is that it will allow us to automate certain hiring-related planning processes, eliminate the need of multiple Excel spreadsheets, and improv"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Aleksei Gerasimov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Today, everyone received a notification from Rippling asking you to...</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Today, everyone received a notification from Rippling asking you to register your work device. If you've already completed this step, there's nothing else you need to do. If not, please take a couple of minutes to register your laptop/device in Rippling. We're doing this so we have an 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Yury Huz</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Mykhailo Kukharskyi received 50× from Dima</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"Mykhailo Kukharskyi received 50× from Dima"</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Kasia received 15× from Oleksandr Pelykh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"Kasia received 15× from Oleksandr Pelykh"</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