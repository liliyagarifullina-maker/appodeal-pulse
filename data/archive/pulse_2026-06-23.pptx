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June 23,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Irina Polishchuk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Creatives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everyone, Unfortunately, today was my last working day at the company. It has...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everyone, Unfortunately, today was my last working day at the company. It has been quite a journey. Over the years, I had the chance to work with probably almost every department in the company. I was part of Appodeal, Chardone, and the Accelerator. I’m sorry I didn’t get a chance to work at BidM"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Kanstantsin Shuryhin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warm farm Florida welcome to our executive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warm farm Florida welcome to our executive team"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Just a reminder that Wednesday, June 24th, is a public holiday in th...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Just a reminder that Wednesday, June 24th, is a public holiday in the Barcelona office due to Sant Joan (Midsummer Day).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20× from Miguel Perez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20× from Miguel Perez"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manzuk received 10× from 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"manzuk received 10× from Berta"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