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Thursday, October 29,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Maksym Hrach</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October 29</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Brand DSP Spend - 6 · * Ukraine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The QBR is over! Our commitments are locked in and even though Appodeal Life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The QBR is over! Our commitments are locked in and even though Appodeal Life is down, real life goes on. We're excited to enter the first true quarter in our new structure: Goal aligned Squads with a DRI and a dedicated team of ICs. We're also incredibly grateful for the DRIs who have stepped up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Peter Van Kersen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aiming to be back live with Appodeal life today</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"aiming to be back live with Appodeal life today"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Kristapor Raffi Giragosian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BidMachine will be at Business of Apps on Nov. 12, with , and on the ground. The...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"BidMachine will be at Business of Apps on Nov. 12, with , and on the ground. The 1:1 booking form is open, the post is live, and your likes and shares help it travel! If you know publishers going to Berlin or based there, send it their way"</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Anastasia Radek</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Competition, Intensity &amp;amp; Building a $115 Billion Global Bank | Nik Storonsky, Revolut</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Alexander Petrov</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Dzmitry Paplauski received 1× from Andrei Pugachev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"Dzmitry Paplauski received 1× from Andrei Pugachev"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