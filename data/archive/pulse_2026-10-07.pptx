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Wednesday, October 07,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Today is my last working day at Appodeal, and I couldn't leave without saying th...</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"Today is my last working day at Appodeal, and I couldn't leave without saying thank you. These two years have meant a lot to me, and that's because of the people I got to work with, I hope I don't forget anyone, and if I do, please forgive me, it's the heart, not the memory. thank you for the suppor"</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Issa Isahakyan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everyone, Monday, October 12th is a public holiday in the Barcelona office. P...</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everyone, Monday, October 12th is a public holiday in the Barcelona office. Please plan accordingly."</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Emma Syniehubova</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team, We just pushed out an update to help all 121 meeting in the company. Af...</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team, We just pushed out an update to help all 121 meeting in the company. After each meeting, the Fireflies transcript is analyzed, and Fellow action points are autopopulated in the Fellow meeting link. This way, you do not lose track of action items. After the meeting, you will receive a slack "</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Konstantin Manzuk</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RECOMMENDED</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What We're Reading</a:t>
            </a:r>
          </a:p>
        </p:txBody>
      </p:sp>
      <p:sp>
        <p:nvSpPr>
          <p:cNvPr id="5" name="TextBox 4"/>
          <p:cNvSpPr txBox="1"/>
          <p:nvPr/>
        </p:nvSpPr>
        <p:spPr>
          <a:xfrm>
            <a:off x="1097280" y="2103120"/>
            <a:ext cx="457200" cy="365760"/>
          </a:xfrm>
          <a:prstGeom prst="rect">
            <a:avLst/>
          </a:prstGeom>
          <a:noFill/>
        </p:spPr>
        <p:txBody>
          <a:bodyPr wrap="square">
            <a:spAutoFit/>
          </a:bodyPr>
          <a:lstStyle/>
          <a:p>
            <a:pPr algn="l">
              <a:defRPr sz="2200" b="1" i="0">
                <a:solidFill>
                  <a:srgbClr val="5D2CAC"/>
                </a:solidFill>
                <a:latin typeface="Calibri"/>
              </a:defRPr>
            </a:pPr>
            <a:r>
              <a:t>01</a:t>
            </a:r>
          </a:p>
        </p:txBody>
      </p:sp>
      <p:sp>
        <p:nvSpPr>
          <p:cNvPr id="6" name="TextBox 5"/>
          <p:cNvSpPr txBox="1"/>
          <p:nvPr/>
        </p:nvSpPr>
        <p:spPr>
          <a:xfrm>
            <a:off x="1737360" y="2103120"/>
            <a:ext cx="9326880" cy="365760"/>
          </a:xfrm>
          <a:prstGeom prst="rect">
            <a:avLst/>
          </a:prstGeom>
          <a:noFill/>
        </p:spPr>
        <p:txBody>
          <a:bodyPr wrap="square">
            <a:spAutoFit/>
          </a:bodyPr>
          <a:lstStyle/>
          <a:p>
            <a:pPr algn="l">
              <a:defRPr sz="1600" b="1" i="0">
                <a:solidFill>
                  <a:srgbClr val="FFFFFF"/>
                </a:solidFill>
                <a:latin typeface="Calibri"/>
              </a:defRPr>
            </a:pPr>
            <a:r>
              <a:t>Apple’s Latest Operating System Blocks The Trade Desk From Serving Ads On Safari | AdExchanger</a:t>
            </a:r>
          </a:p>
        </p:txBody>
      </p:sp>
      <p:sp>
        <p:nvSpPr>
          <p:cNvPr id="7" name="TextBox 6"/>
          <p:cNvSpPr txBox="1"/>
          <p:nvPr/>
        </p:nvSpPr>
        <p:spPr>
          <a:xfrm>
            <a:off x="1737360" y="2423160"/>
            <a:ext cx="9326880" cy="365760"/>
          </a:xfrm>
          <a:prstGeom prst="rect">
            <a:avLst/>
          </a:prstGeom>
          <a:noFill/>
        </p:spPr>
        <p:txBody>
          <a:bodyPr wrap="square">
            <a:spAutoFit/>
          </a:bodyPr>
          <a:lstStyle/>
          <a:p>
            <a:pPr algn="l">
              <a:defRPr sz="1200" b="0" i="0">
                <a:solidFill>
                  <a:srgbClr val="E2E2EA"/>
                </a:solidFill>
                <a:latin typeface="Calibri"/>
              </a:defRPr>
            </a:pPr>
            <a:r>
              <a:t>The Trade Desk is unable to serve ads to the Safari browser for Apple device owners that have downloaded iOS 27, which is the latest Apple operating s</a:t>
            </a:r>
          </a:p>
        </p:txBody>
      </p:sp>
      <p:sp>
        <p:nvSpPr>
          <p:cNvPr id="8" name="TextBox 7"/>
          <p:cNvSpPr txBox="1"/>
          <p:nvPr/>
        </p:nvSpPr>
        <p:spPr>
          <a:xfrm>
            <a:off x="1737360" y="2743200"/>
            <a:ext cx="9326880" cy="274320"/>
          </a:xfrm>
          <a:prstGeom prst="rect">
            <a:avLst/>
          </a:prstGeom>
          <a:noFill/>
        </p:spPr>
        <p:txBody>
          <a:bodyPr wrap="square">
            <a:spAutoFit/>
          </a:bodyPr>
          <a:lstStyle/>
          <a:p>
            <a:pPr algn="l">
              <a:defRPr sz="1100" b="0" i="0">
                <a:solidFill>
                  <a:srgbClr val="8F95A3"/>
                </a:solidFill>
                <a:latin typeface="Calibri"/>
              </a:defRPr>
            </a:pPr>
            <a:r>
              <a:t>Shared by Viktor Trykolenko</a:t>
            </a:r>
          </a:p>
        </p:txBody>
      </p:sp>
      <p:sp>
        <p:nvSpPr>
          <p:cNvPr id="9" name="TextBox 8"/>
          <p:cNvSpPr txBox="1"/>
          <p:nvPr/>
        </p:nvSpPr>
        <p:spPr>
          <a:xfrm>
            <a:off x="1097280" y="5943600"/>
            <a:ext cx="9966960" cy="274320"/>
          </a:xfrm>
          <a:prstGeom prst="rect">
            <a:avLst/>
          </a:prstGeom>
          <a:noFill/>
        </p:spPr>
        <p:txBody>
          <a:bodyPr wrap="square">
            <a:spAutoFit/>
          </a:bodyPr>
          <a:lstStyle/>
          <a:p>
            <a:pPr algn="l">
              <a:defRPr sz="1100" b="0" i="0">
                <a:solidFill>
                  <a:srgbClr val="5C6270"/>
                </a:solidFill>
                <a:latin typeface="Calibri"/>
              </a:defRPr>
            </a:pPr>
            <a:r>
              <a:t>#to_read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Ivan Litvinau, Dzmitry Paplauski, Aleksey Alekhine and Andrei Pugachev received ...</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"Ivan Litvinau, Dzmitry Paplauski, Aleksey Alekhine and Andrei Pugachev received 10× from Alex Cherniaev"</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Maksym Hrach, Veronika Yastrebova, Alexey Akulshin and Viktar Plesko received 10...</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"Maksym Hrach, Veronika Yastrebova, Alexey Akulshin and Viktar Plesko received 10× from Iaroslav Zhuravlev"</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