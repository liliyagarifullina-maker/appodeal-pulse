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September 17,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BidMachine earned four G2 badges for Fall 2026 G2, the world’s largest data sour...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"BidMachine earned four G2 badges for Fall 2026 G2, the world’s largest data source for B2B software, named us a Leader in Ad Networks and in App Monetization Platforms for Mid-Market, plus a High Performer in SSP and App Monetization Platforms overall. It’s a well-deserved achievement, made even mor"</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Google × BidMachine webinar Today at 16:00 UK time / 17:00 CEST, is joining Goog...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"Google × BidMachine webinar Today at 16:00 UK time / 17:00 CEST, is joining Google for Publishers for their SDK bidding webinar on growing premium brand demand. Paul will cover the benefits of an SDK-first setup, DIRECT Placements, ad quality and brand safety, with examples from gaming and non-gamin"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Everyone, Looking for 6 people for an experiment I think most of us have som...</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Everyone, Looking for 6 people for an experiment I think most of us have something we genuinely want to change or achieve and already know that wanting it isn’t enough. The hard part is turning that intention into something we actually do consistently enough for it to become part of how we opera"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Roman Loboda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Felipe Bereilh received 20× from Veronika Yastrebova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"Felipe Bereilh received 20× from Veronika Yastrebova"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