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August 06,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Yuliia Kunytska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August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BidMachine Business · * Ukraine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Anush Vardanyan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August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Operational Team · * Spain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All - A quick shout-out to the APAC team ( ) for planning and executing an outst...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"All - A quick shout-out to the APAC team ( ) for planning and executing an outstanding ChinaJoy 2026 and the design team for the new design ( ). The attention to detail was exceptional, creating a superior experience for our customers and ensuring everything ran seamlessly for the visiting team ( ,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Paul Childs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 and Happy Monday! Let's take a moment to welcome our new Head of Global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 and Happy Monday! Let's take a moment to welcome our new Head of Global Account Management, Supply - , who's joining us today! Camille is a supply and mobile monetization leader with 12+ years of experience in AdTech, spanning app &amp;amp; gaming monetization, programmatic advertising, publishe"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Irina Koval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everyone! Warm greetings from the Warsaw office Yesterday evening I had the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everyone! Warm greetings from the Warsaw office Yesterday evening I had the pleasure of organizing a little team getaway — a boat cruise along the Warsaw Vistula river — and the perfect excuse to get everyone together was the visit of , our new Chief People Officer, who came to meet our office 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Iryna Peretiatko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Andrew Bulik received 20× from Zhexuan Qiu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"Andrew Bulik received 20× from Zhexuan Qiu"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Irina Koval received 10× from Zhexuan Qiu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"Irina Koval received 10× from Zhexuan Qiu"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