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Monday, August 31,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Artur Kipel</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August 31</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MGP: Data Science · * Spain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Iaroslav Zhuravlev</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August 31</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MGP: Data Engineering · * Spain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Dear team , We’ve successfully completed our upgrade to Slack Enterprise Grid ,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"Dear team , We’ve successfully completed our upgrade to Slack Enterprise Grid , and our workspace is now live in the new environment. You can now start logging in! Some workflows may require rebuilding or reconfiguration, and certain apps may need to be reauthenticated after the migration. Attached "</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Yurii Ivanovskyi</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everyone! Just wanted to share that we have an Appodeal Accelerator Ambassado...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everyone! Just wanted to share that we have an Appodeal Accelerator Ambassador Program If you have any great mobile game studios in your network that you think could be a good fit, feel free to apply/refer them through the program More details here: appodeal.com/ambassador-program"</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Kalugina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@here Reminder share buyback closes on Monday. Please get your request in if you...</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"@here Reminder share buyback closes on Monday. Please get your request in if you want to participate."</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David Dyer</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Herman Ignatovich received 10× from Alina Li</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"Herman Ignatovich received 10× from Alina Li"</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Samat received 20× from Alina Li</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"Samat received 20× from Alina Li"</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