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April 16,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Ekaterina Saveleva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Mediation: Customer Success · * Italy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Dzmitry Baran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Quality Assurance Platform · * Belarus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Happy International Recruiters Day everyone Today I want to take a moment to cel...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"Happy International Recruiters Day everyone Today I want to take a moment to celebrate not just the Recruitment team, but everyone at Appodeal. Because here, hiring has never been “someone else’s job” — it’s something we all contribute to. Every great product we’ve built, every challenge we’ve solve"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Thanks everyone for joining today’s Lunch &amp;amp; Learn: AI for Engineers — Real W...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"Thanks everyone for joining today’s Lunch &amp;amp; Learn: AI for Engineers — Real Workflows &amp;amp; Best Practices! Big thanks to our speakers for sharing their experience and practical insights , , , If you missed it or want to revisit: Recording: here Our speakers’ presentations are attached. Thank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Lunch &amp;amp; Learn today: AI for Engineers — Real Workflows &amp;amp; Best Practices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"Lunch &amp;amp; Learn today: AI for Engineers — Real Workflows &amp;amp; Best Practices Today’s session is a bit special — for the first time we’ll have 4 speakers sharing their experience: , , , Looks like it’s going to be a really interesting one Note: today we start at 15:00 CET (instead of 13:00 CET) Th"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Stepan Pletnev received 10× from Siddharth Sahani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"Stepan Pletnev received 10× from Siddharth Sahani"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Ira received 20× from Konstantin Ilchenko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"Ira received 20× from Konstantin Ilchenko"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