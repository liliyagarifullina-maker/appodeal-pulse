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May 14,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Final reminder for everyone in Barcelona (or nearby) — Barcelona Data Nights is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"Final reminder for everyone in Barcelona (or nearby) — Barcelona Data Nights is happening this Thursday! Join us for an evening of practical AI &amp;amp; engineering talks, networking, pizza, and rooftop conversations This time we’ll be speaking about: • AI coding tools and how they’re changing engineer"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Friendly reminder Tomorrow’s All Hands is coming up (May 14, 16:00–17:30 CET) —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"Friendly reminder Tomorrow’s All Hands is coming up (May 14, 16:00–17:30 CET) — and there’s still time to share any questions or topics you’d like leadership to address [click here] Anything on your mind is welcome — we’ll review the submissions and bring the key topics into the session See you tomo"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all, I am sharing an updated PRD of the WIG, which now includes the retrospec...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all, I am sharing an updated PRD of the WIG, which now includes the retrospective of the Q1 and updates relevant for Q2. Feel free to leave comments and use it a source of truth and query your hypothesis against it. This upcoming Friday during our dedicated &lt;#C09CW97C9QR&gt; at 10am ET we will explo"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Bootstrapping a Business to $5 Billion in Free Cash Flow | AppLovin’s Adam Foroughi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Alexandr Zhitlukhin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Tatiana Rokhlova received 40× from Artem Orlov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"Tatiana Rokhlova received 40× from Artem Orlov"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Pavlo received 36× from Yevhenii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"Pavlo received 36× from Yevhenii"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