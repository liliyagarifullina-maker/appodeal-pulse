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July 13,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Huixin 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Singapore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Team! I want to remind you, every 1-1 must run on a Scorecard — a focused set...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Team! I want to remind you, every 1-1 must run on a Scorecard — a focused set of no more than 5 KRs per person. The teams are building a convenient representation of these in Appodeal Life, so your Scorecard is one click away in every conversation. Why At the Q3 board and QBR we committed to run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! This is a reminder that today is the final day to complete the cur...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! This is a reminder that today is the final day to complete the current Performance Assessment cycle. Current completion status: • 49% Self Assessments • 42% Manager Assessments If you still have any pending Self or Manager Assessments, please complete them by the end of today . Having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Performance Assessment Deadline Extended Hi everyone ! First of all, thank you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"Performance Assessment Deadline Extended Hi everyone ! First of all, thank you to everyone who has already completed your assessments! To give everyone a little more time, we've extended the deadline for completing the Performance Assessment until Tuesday, July 14 (EOD). If you haven't submitted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Dima M. received 22×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"Dima M. received 22×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Veronika Yastrebova received 20× from Mikita Dzianisevich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"Veronika Yastrebova received 20× from Mikita Dzianisevich"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