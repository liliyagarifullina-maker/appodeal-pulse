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April 14,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Herman Krahotkin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Vladimir Samoylov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Eugene Marchukevich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Happy International Recruiters Day everyone Today I want to take a moment to cel...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"Happy International Recruiters Day everyone Today I want to take a moment to celebrate not just the Recruitment team, but everyone at Appodeal. Because here, hiring has never been “someone else’s job” — it’s something we all contribute to. Every great product we’ve built, every challenge we’ve solve"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Olga Petriakova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Hierman Pelekh received 20× from Vladislav Nikolaev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"Hierman Pelekh received 20× from Vladislav Nikolaev"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Vladislav Nikolaev received 20× from Sasha Sakovich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"Vladislav Nikolaev received 20× from Sasha Sakovich"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