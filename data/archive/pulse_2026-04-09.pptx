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Thursday, April 09,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Vasyl Plesiuk received 10× from Iurii Kotov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"Vasyl Plesiuk received 10× from Iurii Kotov"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Murat Kacmaz received 10× from Yevhenii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"Murat Kacmaz received 10× from Yevhenii"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