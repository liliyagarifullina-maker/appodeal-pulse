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October 12,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Antonio Clavelli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Science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Robertas Gircys</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Business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Adam Monroe</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11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Finance · * Spain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happy October everyone! October is here, bringing autumn colors, cozy eve...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happy October everyone! October is here, bringing autumn colors, cozy evenings, and another opportunity to celebrate our colleagues and their achievements! Before we get too comfortable with the new season, let's take a look back at September and catch up on the latest HR news and highlights!"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Our DMEXCO video is up, and it looks fantastic. 8 years of Bidmachine, the thing...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"Our DMEXCO video is up, and it looks fantastic. 8 years of Bidmachine, the things we are passionate about right now and our own people saying it in their own words. As puts it: we’re taking off, get on the rocket 2 minutes, watch it and send it on if it makes you smile!"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Reminder: Q3 Performance Review &amp;amp; Monthly Employee Pulse Please make sure to...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"Reminder: Q3 Performance Review &amp;amp; Monthly Employee Pulse Please make sure to complete all your Q3 Performance Review assessments (your self-assessment, peer assessments, and, most importantly, assessments for your direct reports), as well as the Monthly Employee Pulse in Leapsome. The official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received 50×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received 50×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Kirill Kazimirchik, Stepan Pletnev, Roman Rinchinov and Ivan Doroshenko received...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"Kirill Kazimirchik, Stepan Pletnev, Roman Rinchinov and Ivan Doroshenko received 7× from Alexandr Zhitlukhin"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