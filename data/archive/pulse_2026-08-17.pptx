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August 17,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Diliara Kurtmimetova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16</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HR · * Ukraine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Juan Sabater</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16</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Engineering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a small housekeeping note. Over the past weeks I kept running into differe...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a small housekeeping note. Over the past weeks I kept running into different versions of our Core Values and Leadership Principles. Older copies living in different spaces, each slightly out of date. I've cleaned this up. The two pages below are now the single source of truth, updated to the l"</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anton.nikifarau received 25× from Nikolai Rozanov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"anton.nikifarau received 25× from Nikolai Rozanov"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Joel Schweitzer received 25× from Nikolai Rozanov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"Joel Schweitzer received 25× from Nikolai Rozanov"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