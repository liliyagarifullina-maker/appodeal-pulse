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March 04,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Iurii Kotov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de las Heras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Denis Glavatskikh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Ana Abuseridze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Hanna Hrytsel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Daryna Rudavka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Anton Nikifarau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Vladimir Khrolovich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Francesco Cerigioni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Irina Koval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Giulia Galvani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Yanina Lozben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Olga Petriakova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Iryna Peretiatko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Adrienne Powell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de las Heras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Maria Plendukova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Radu Stoia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Adnana Hujdur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Murat Kacmaz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Hanna Minko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Giulia Galvani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and Happy Monday!  *&lt;!here&gt;*</a:t>
            </a:r>
            <a:br/>
            <a:r>
              <a:t>Welcome &lt;@U0AH13MNHLJ&gt; - our new *AI &amp;amp;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and Happy Monday!  *&lt;!here&gt;*</a:t>
            </a:r>
            <a:br/>
            <a:r>
              <a:t>Welcome &lt;@U0AH13MNHLJ&gt; - our new *AI &amp;amp; Automation Analyst* :rocket:</a:t>
            </a:r>
            <a:br/>
            <a:br/>
            <a:r>
              <a:t>He’s joining our IT team.</a:t>
            </a:r>
            <a:br/>
            <a:br/>
            <a:r>
              <a:t>_*A couple of words about himself:*_</a:t>
            </a:r>
            <a:br/>
            <a:br/>
            <a:r>
              <a:t>"Hi everyone,</a:t>
            </a:r>
            <a:br/>
            <a:r>
              <a:t>I’m Armaan. I recently graduated from the University of Miami, where I studied Artificial Intelligence &amp;amp; Da"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Daryna Rudavka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Team, everyone who participated in the AI event — feel free to look for yourselv...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"Team, everyone who participated in the AI event — feel free to look for yourselves in &lt;https://www.dropbox.com/scl/fo/2e9oz0iriivhqcewfrukf/AJqEIzmbOOypTvck7nIYQ8Y?rlkey=pfkxyi38akcb91vwqq6m4j6ky&amp;amp;e=2&amp;amp;st=xyn5afsc&amp;amp;dl=0|the photos&gt;!</a:t>
            </a:r>
            <a:br/>
            <a:r>
              <a:t>I especially love the team pictures we took during the int"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Mariia Moskvina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&lt;!channel&gt; Team,</a:t>
            </a:r>
            <a:br/>
            <a:br/>
            <a:r>
              <a:t>Effective immediately, Anton Valkov is no longer serving as CO...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"&lt;!channel&gt; Team,</a:t>
            </a:r>
            <a:br/>
            <a:br/>
            <a:r>
              <a:t>Effective immediately, Anton Valkov is no longer serving as COO of Appodeal. We thank Anton for his contributions during his time in this role.</a:t>
            </a:r>
            <a:br/>
            <a:br/>
            <a:r>
              <a:t>Anton will continue to support the company in a finance-focused capacity as well as director of the Board as we work through this transit"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