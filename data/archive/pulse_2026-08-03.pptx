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August 03,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Iurii Melsitov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02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Monetization · * Poland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Some time ago we made the decision to become an AI native company and 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Some time ago we made the decision to become an AI native company and that journey continues. One way we track our progress is the Culture Health Rate, which you can find on Appodeal Life. This number reflects how we think the company should operate, and it evolves with us. Our COO - Krista"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Iurii Kotov Dima M. received 13×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"Iurii Kotov Dima M. received 13×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Artur Abizgeldin Herman Ignatovich received 8×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Artur Abizgeldin Herman Ignatovich received 8×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