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August 11,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Artem Pchelintsev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Product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Small milestone worth celebrating: BidMachine just hit 2K followers on LinkedIn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"Small milestone worth celebrating: BidMachine just hit 2K followers on LinkedIn We’re up 18% over the last 30 days, all organic. If you’re not following us yet, come join us and feel free to invite your network too. Next stop: 200K"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Radek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The Future is for Everyone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Read Mark Zuckerberg’s piece on our values for building superintelligence for everyone.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Kristapor Raffi Giragosian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3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Nielsen Is Acquiring DoubleVerify For $2.15 Billion | AdExchanger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1187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Nielsen has entered into a definitive agreement to acquire DoubleVerify in an all cash transaction valued at approximately $2.15 billion.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Viktor Trykolenko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