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June 08,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Eren Sakarya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 Gurgov received 10× from anna.kaliada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 Gurgov received 10× from anna.kaliada"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Anastasia Sokolova received 10× from anna.kaliada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"Anastasia Sokolova received 10× from anna.kaliada"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