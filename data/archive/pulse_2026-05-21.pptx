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Thursday, May 21,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Hanna Batura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May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Exchange Engineering · * United States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So many posts today and reasons to celebrate I wanted to share that today is Int...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"So many posts today and reasons to celebrate I wanted to share that today is International HR Day! Today we celebrate the people who make Appodeal a place worth showing up to every day — our HR team. At Appodeal, HR is made up of several pillars that together keep us running and growing: HR Admin &amp; 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Olga Petriakova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Hey all, please welcome — our new Chief Operating Officer, joining us on 20 July...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"Hey all, please welcome — our new Chief Operating Officer, joining us on 20 July! Kristapor joins us in Barcelona moving from London, where he co-founded TrustedIQ, an AI SaaS platform built around contract intelligence and commercial data. Before that, he spent 8 years at Cognism — one of the most 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Olga Petriakova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everyone! Last Thursday we had the pleasure of hosting the 5th edition of Bar...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everyone! Last Thursday we had the pleasure of hosting the 5th edition of Barcelona Data Nights — and what an amazing evening it was! A huge thank you to everyone who joined us in Barcelona for great talks, discussions, networking, rooftop conversations, and overall fantastic atmosphere. It was g"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📚  RECOMMENDED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What We're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031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TEE 2.0: Multi-Platform Bid Arbitration | CloudX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  <a:r>
              <a:t>TEE 2.0 extends the enclave to handle third-party bids, so you can compare bids across mediation platforms securely.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74320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Evgeny Garlukovich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291839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How Playrix Increased ROAS 14% With Unity Vector | 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611879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  <a:r>
              <a:t>Playrix’s Aleksandr Bajev shares how the top studio leverages Unity Ads powered by Unity Vector to grow their game Township for the long-term.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93192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Dan Owens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9436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#to_read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Elina Tsylosani received 10× from Anastasia Sokolova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"Elina Tsylosani received 10× from Anastasia Sokolova"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Natalia received 10× from Anastasia Sokolova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"Natalia received 10× from Anastasia Sokolova"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