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Thursday, October 22,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Artur Abizgeldin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21</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MGP: Data Squad · * Spain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team! Appodeal Life is temporarily down. Here's why and what's next. What hap...</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team! Appodeal Life is temporarily down. Here's why and what's next. What happened Our hosting provider, Railway, has been experiencing an ongoing outage for over 24 hours since Oct 21, and then disclosed a security breach: an attacker accessed customer environment variables and, for some, got th"</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Dmitrii Bartasinskii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team! Anastasia Kalugina is heading to New York, Nov. 2-4, to meet game studi...</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team! Anastasia Kalugina is heading to New York, Nov. 2-4, to meet game studios about the Appodeal Accelerator, and we just shared it on our LinkedIn page: lnkd.in/p/ebWbnWuq A quick like, comment or reshare goes a long way in helping it reach more studios. And if you know a hybrid-casual or midc"</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Ryan Christopher</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New case study: FOMO Games x DIRECT Placements Our latest case study is live! FO...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"New case study: FOMO Games x DIRECT Placements Our latest case study is live! FOMO Games expanded its partnership with BidMachine through DIRECT Placements and saw: • 94% higher banner eCPMs with DIRECT Placements vs. open-market demand • 41% of its BidMachine revenue coming through DIRECT Placement"</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Ryan Christopher</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Standardize Multi Mediation Setups with Orchestrator | CloudX</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r>
              <a:t>Run CloudX alongside other mediation platforms and decide, ad unit by ad unit, how they work together, from the dashboard and without an app update.</a:t>
            </a: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Denis Glavatskikh</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Dmytrii Mamatiusupov received 50× from Roman Rinchinov</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"Dmytrii Mamatiusupov received 50× from Roman Rinchinov"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Ana Abuseridze and Vasyl Plesiuk received 20× from Iurii Kotov</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"Ana Abuseridze and Vasyl Plesiuk received 20× from Iurii Kotov"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