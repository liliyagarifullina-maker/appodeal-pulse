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August 07,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Yuliia Kunytska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Ukraine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everyone! Warm greetings from the Warsaw office Yesterday evening I had the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everyone! Warm greetings from the Warsaw office Yesterday evening I had the pleasure of organizing a little team getaway — a boat cruise along the Warsaw Vistula river — and the perfect excuse to get everyone together was the visit of , our new Chief People Officer, who came to meet our office 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Our LinkedIn recap video from ChinaJoy is live. Please check it out, like it, co...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"Our LinkedIn recap video from ChinaJoy is live. Please check it out, like it, comment on it, and repost it to your network!"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Ryan Barrett Christopher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team, As we continuing to invest into AI-Native workflow, I am sharing an ema...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team, As we continuing to invest into AI-Native workflow, I am sharing an email that Elon Musk sent to Tesla in 2017: &gt; To: All Tesla Staff &gt; Subject: Communication Within Tesla &gt; There are two schools of thought about how information should flow. By far the most common way is chain of command, w"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StackAdapt Introduces In-Platform Economic Impact Measurement to Help Marketers Prove Real-World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StackAdapt (www.stackadapt.com), the leading AI advertising and orchestration platform, today announced the launch of its Economic Impact Report, a 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3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Unity has sold Supersonic to Tripledot for $40m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7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Tripledot adds the publishing label to its growing portfolio as Unity refocuses on Vector and reports its Q2 earnings.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Camille Labat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Sergio-Yersi Villegas Antonio Clavelli Kseniia Maiorova ArtKip Edgar Herrera Del...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"Sergio-Yersi Villegas Antonio Clavelli Kseniia Maiorova ArtKip Edgar Herrera Delgado Felipe Bereilh Andrey Chuprov Maxim Sinyaev Agustin Wojo Seb received 1× from Francesco"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stas.k received 50×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"stas.k received 50×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