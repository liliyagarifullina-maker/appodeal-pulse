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October 06,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Vlada Kryzhanivska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Anastasia Radek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Juan Bautista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Today is my last working day at Appodeal, and I couldn't leave without saying th...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"Today is my last working day at Appodeal, and I couldn't leave without saying thank you. These two years have meant a lot to me, and that's because of the people I got to work with, I hope I don't forget anyone, and if I do, please forgive me, it's the heart, not the memory. thank you for the suppor"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Issa Isahakyan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everyone, Monday, October 12th is a public holiday in the Barcelona office. P...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everyone, Monday, October 12th is a public holiday in the Barcelona office. Please plan accordingly."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Emma Syniehubova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, In case you'd missed it, we've opened the quarterly review process in leaps...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, In case you'd missed it, we've opened the quarterly review process in leapsome. Please try to complete your reviews this week. Thanks!"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Peter Van Kersen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Apple’s Latest Operating System Blocks The Trade Desk From Serving Ads On Safari | AdExchanger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The Trade Desk is unable to serve ads to the Safari browser for Apple device owners that have downloaded iOS 27, which is the latest Apple operating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Viktor Trykolenko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Nikita Mishustin received 20× from Dima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"Nikita Mishustin received 20× from Dima 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anna.kaliada Emma lidia.g received 15× from Yevhenii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"anna.kaliada Emma lidia.g received 15× from Yevhenii"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