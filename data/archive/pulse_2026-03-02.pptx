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March 02,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🔥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Appodeal in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0FFD1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PROJECTED YoY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Where We Stand Right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~$100M gross profit. $20M EBITDA. Gaming turned profitable. 40% YoY growth projected for 2026. And we're just getting started.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Burak Mavis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March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Another year of greatness begins! Your energy and dedication inspire everyone around you. Here's to unforgettable moments ahead.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With love, Your Appodeal Team 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166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667EF"/>
                </a:solidFill>
                <a:latin typeface="Calibri"/>
              </a:defRPr>
            </a:pPr>
            <a:r>
              <a:t>🚀  NEW TEAMMATE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667EF"/>
                </a:solidFill>
                <a:latin typeface="Calibri"/>
              </a:defRPr>
            </a:pPr>
            <a:r>
              <a:t>Welcome to the Team!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Armaan Pandher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667EF"/>
                </a:solidFill>
                <a:latin typeface="Calibri"/>
              </a:defRPr>
            </a:pPr>
            <a:r>
              <a:t>AI &amp; Automation Analyst · IT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"University of Miami grad in AI &amp; Data Science. Former competitive swim team captain — that discipline shapes how I work today. Outside of work, I'm into art and music. Miami's creativity inspires everything I build."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8F95A3"/>
                </a:solidFill>
                <a:latin typeface="Calibri"/>
              </a:defRPr>
            </a:pPr>
            <a:r>
              <a:t>👋 Welcome aboard! 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12D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2DF58"/>
                </a:solidFill>
                <a:latin typeface="Calibri"/>
              </a:defRPr>
            </a:pPr>
            <a:r>
              <a:t>🎮  NEW TEAMMATE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2DF58"/>
                </a:solidFill>
                <a:latin typeface="Calibri"/>
              </a:defRPr>
            </a:pPr>
            <a:r>
              <a:t>Welcome to the Team!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Andreu Margarit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2DF58"/>
                </a:solidFill>
                <a:latin typeface="Calibri"/>
              </a:defRPr>
            </a:pPr>
            <a:r>
              <a:t>Mobile Gaming QA · Gaming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"I'm from Capellades, about an hour from Barcelona. I enjoy the gym, football, volleyball, piano, and card games. My goal? To develop professionally while having a great time!"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8F95A3"/>
                </a:solidFill>
                <a:latin typeface="Calibri"/>
              </a:defRPr>
            </a:pPr>
            <a:r>
              <a:t>👋 Welcome aboard! 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12D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2DF58"/>
                </a:solidFill>
                <a:latin typeface="Calibri"/>
              </a:defRPr>
            </a:pPr>
            <a:r>
              <a:t>📈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2DF58"/>
                </a:solidFill>
                <a:latin typeface="Calibri"/>
              </a:defRPr>
            </a:pPr>
            <a:r>
              <a:t>Revenue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12DF58"/>
                </a:solidFill>
                <a:latin typeface="Calibri"/>
              </a:defRPr>
            </a:pPr>
            <a:r>
              <a:t>+$3.2k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/day fee uplift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Dima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Floor Optimization Model Rollout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Pushed stakeholders to roll out and tune the new model. Started from $800–1k/day, now showing $3.2k/day fee uplift and $14.2k/day spend uplift.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"This push is worth $2k+/day and shows how important A-Players are"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🔥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C4899"/>
                </a:solidFill>
                <a:latin typeface="Calibri"/>
              </a:defRPr>
            </a:pPr>
            <a:r>
              <a:t>50× Claps — Record!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EC4899"/>
                </a:solidFill>
                <a:latin typeface="Calibri"/>
              </a:defRPr>
            </a:pPr>
            <a:r>
              <a:t>50×👏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Gleb Krahotkin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Mariia Moskvina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"For organizing BCN Data Nights at Talent Garden — bringing first-time speakers to stage and making the whole event flawless. This was YOUR vision and YOUR execution."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EC4899"/>
                </a:solidFill>
                <a:latin typeface="Calibri"/>
              </a:defRPr>
            </a:pPr>
            <a:r>
              <a:t>Relentless pursuit of EXCELLENCE · OWNERSHIP and ACCOUNTABILITY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🎤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First Time on Stage!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BCN Data Nights — AI Conference @ Talent Garden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D2CAC"/>
                </a:solidFill>
                <a:latin typeface="Calibri"/>
              </a:defRPr>
            </a:pPr>
            <a:r>
              <a:t>Barcelona · This 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Gleb, Evgenia &amp; Maksym delivered complex AI topics to a live audience for the FIRST TIME ever. Emma managed the entire operation. Mariia made it happen. The courage to step out of your comfort zone — that's how we grow.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Mariia Moskvina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Calibri"/>
              </a:defRPr>
            </a:pPr>
            <a:r>
              <a:t>🤖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6366F1"/>
                </a:solidFill>
                <a:latin typeface="Calibri"/>
              </a:defRPr>
            </a:pPr>
            <a:r>
              <a:t>AI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6366F1"/>
                </a:solidFill>
                <a:latin typeface="Calibri"/>
              </a:defRPr>
            </a:pPr>
            <a:r>
              <a:t>1,000+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OKRs AUDITED DAILY BY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Every Employee = 5–10 AI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Within 3–6 months, every team member will manage their own AI agents. OKR Auditor already checks 1,000+ individual OKRs daily. Daria Bot saves $4k/week analyzing app reviews. This is our future.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84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84039"/>
                </a:solidFill>
                <a:latin typeface="Calibri"/>
              </a:defRPr>
            </a:pPr>
            <a:r>
              <a:t>🎯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84039"/>
                </a:solidFill>
                <a:latin typeface="Calibri"/>
              </a:defRPr>
            </a:pPr>
            <a:r>
              <a:t>Game Metrics 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E84039"/>
                </a:solidFill>
                <a:latin typeface="Calibri"/>
              </a:defRPr>
            </a:pPr>
            <a:r>
              <a:t>61%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retention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Gaming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Infinite Minesweeper Crushes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Minesweeper hit 61% retention (Apple benchmark: 88% ERA — we're at 151-160%). Solitaire v540 boosted D7 by 21.67%. Crossword ROAS exceeded 200%.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"Our games are not just fun — they're retention machines"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🌟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59E0B"/>
                </a:solidFill>
                <a:latin typeface="Calibri"/>
              </a:defRPr>
            </a:pPr>
            <a:r>
              <a:t>Conference Heroes!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59E0B"/>
                </a:solidFill>
                <a:latin typeface="Calibri"/>
              </a:defRPr>
            </a:pPr>
            <a:r>
              <a:t>10×👏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Alexandr Zhitlukhin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Mariia Moskvina, Gleb Krahotkin, Maksym Fedorov, Evgenia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"Huge kudos for stepping out of your comfort zone to host and speak at the conference. Your courage truly inspires the whole team!"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59E0B"/>
                </a:solidFill>
                <a:latin typeface="Calibri"/>
              </a:defRPr>
            </a:pPr>
            <a:r>
              <a:t>Relentless pursuit of EXCELLENCE · Passionate CURIOSITY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Calibri"/>
              </a:defRPr>
            </a:pPr>
            <a:r>
              <a:t>🏆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97316"/>
                </a:solidFill>
                <a:latin typeface="Calibri"/>
              </a:defRPr>
            </a:pPr>
            <a:r>
              <a:t>Clappy Winners — January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9731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CLAPPY WINNERS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10 Stars Who Raised the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Tomiris · Lidia G. · Maksym Fedorov · Ana Abuseridze · Sergio-Yersi · Antonio Clavelli · Baptiste · Emma · Sem Sinchenko · Alessandro — each with an incredible impact story.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D94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D946EF"/>
                </a:solidFill>
                <a:latin typeface="Calibri"/>
              </a:defRPr>
            </a:pPr>
            <a:r>
              <a:t>👏  CLAPS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D946EF"/>
                </a:solidFill>
                <a:latin typeface="Calibri"/>
              </a:defRPr>
            </a:pPr>
            <a:r>
              <a:t>Top Claps 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946EF"/>
                </a:solidFill>
                <a:latin typeface="Calibri"/>
              </a:defRPr>
            </a:pPr>
            <a:r>
              <a:t>25×👏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from Multiple teammates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to: Jasmine Nunez, Diana Mytchyk, Emma, Maria Kyslianka, Anna Hrytsel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49039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"Audit prep, consistent professionalism, relocation support, release 3.6.0 — recognition flows when people show up for each other!"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D946EF"/>
                </a:solidFill>
                <a:latin typeface="Calibri"/>
              </a:defRPr>
            </a:pPr>
            <a:r>
              <a:t>We work TOGETHER to SERVE OTHERS · OWNERSHIP and ACCOUNTABILITY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4B8A6"/>
                </a:solidFill>
                <a:latin typeface="Calibri"/>
              </a:defRPr>
            </a:pPr>
            <a:r>
              <a:t>💰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4B8A6"/>
                </a:solidFill>
                <a:latin typeface="Calibri"/>
              </a:defRPr>
            </a:pPr>
            <a:r>
              <a:t>Cost Savings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14B8A6"/>
                </a:solidFill>
                <a:latin typeface="Calibri"/>
              </a:defRPr>
            </a:pPr>
            <a:r>
              <a:t>$1.5k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/day saved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Dima 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FinOps &amp; Data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Built new FinOps tooling and started Data Governance Alpha. Deleted unused data with near-zero impact on ML teams. Scaling up to $2.5k/day savings.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"Saving money is making money"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🧘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Daily Yoga @ 13:10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From office corner to global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"Anna Kolyada started daily yoga sessions at 13:10–13:30. After Sergey Orlov suggested it, she added online streaming for remote teammates and the Polish office. One person's initiative became everyone's daily ritual."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Anna Kolyada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FFD1"/>
                </a:solidFill>
                <a:latin typeface="Calibri"/>
              </a:defRPr>
            </a:pPr>
            <a:r>
              <a:t>🧘 Every day, 13:10 CET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#general-chat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🏅  MILESTONE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EA5E9"/>
                </a:solidFill>
                <a:latin typeface="Calibri"/>
              </a:defRPr>
            </a:pPr>
            <a:r>
              <a:t>AI Advent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EA5E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FINISHERS OUT OF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20 Days. 6 Heroes. Real AI Skills.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Denis Glavatskikh launched a 20-day AI engineering marathon — from first agents to MCP, RAG, and a final 'God Agent' project. Only 6 made it to the finish: Viacheslav, Gleb, Cagatay, Alexandr, ArtKip &amp; Aleksey.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🎨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Creative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5D2CAC"/>
                </a:solidFill>
                <a:latin typeface="Calibri"/>
              </a:defRPr>
            </a:pPr>
            <a:r>
              <a:t>5+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teams aligned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Product Workshop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Product Workshop + Artem's Manga!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Baptiste, Michele, Tomiris, Tanya, Viktor, Pavel D. &amp; Artem came together for a product workshop. Artem surprised everyone with a manga-style visualization that stole the show!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"When creativity meets product thinking, magic happens"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Calibri"/>
              </a:defRPr>
            </a:pPr>
            <a:r>
              <a:t>🌱 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22C55E"/>
                </a:solidFill>
                <a:latin typeface="Calibri"/>
              </a:defRPr>
            </a:pPr>
            <a:r>
              <a:t>Connect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Leader Enablement Session — Join Us!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22C55E"/>
                </a:solidFill>
                <a:latin typeface="Calibri"/>
              </a:defRPr>
            </a:pPr>
            <a:r>
              <a:t>Tuesday, March 10 · 16:00–18:00 CET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E2E2EA"/>
                </a:solidFill>
                <a:latin typeface="Calibri"/>
              </a:defRPr>
            </a:pPr>
            <a:r>
              <a:t>Employee-led communities on Circle — from books to leadership. This session covers Explore vs Execute mode, seasonality, and inclusion. New Gym group forming in Barcelona! React or DM Kasia to join.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029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95A3"/>
                </a:solidFill>
                <a:latin typeface="Calibri"/>
              </a:defRPr>
            </a:pPr>
            <a:r>
              <a:t>Organized by Katarzyna Raniszewska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The Vibe Coding Casino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A thought-provoking parallel between vibe coding and casinos. Dopamine-fueled coding — what could go wrong?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Baptiste Poirier · 👍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9183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Building Products That Agents Want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361187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Essential viewing: how to build products in the AI agent era.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93192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Alexandr Zhitlukhin · 👀 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48055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4 Disciplines of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800599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Protect focus time from the 'whirlwind'. Max 3 key initiatives per quarter. Cap meetings at 10-12h/week.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2064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Book Club · 140+ participants · 📖 140+ readers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 · #passionate-curiosity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⚡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Build. Ship. Improve.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The new Appodeal mindset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"No more passive suggestions. Everyone — including non-engineers — learns Cursor + Opus 4.6 and ships pull requests. From requirements mentality to pull request mentality."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Golubev, 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120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B72B"/>
                </a:solidFill>
                <a:latin typeface="Calibri"/>
              </a:defRPr>
            </a:pPr>
            <a:r>
              <a:t>🚀 Company-wide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🎈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EC4899"/>
                </a:solidFill>
                <a:latin typeface="Calibri"/>
              </a:defRPr>
            </a:pPr>
            <a:r>
              <a:t>Recent Birthdays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Daniyal Ahmad, Dmitry Feshchenko, Roman Rinchinov &amp; Hanna Minko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Feb 23–27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Hope you all had wonderful celebrations! The team sends love and best wishes for the year ahead.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EC4899"/>
                </a:solidFill>
                <a:latin typeface="Calibri"/>
              </a:defRPr>
            </a:pPr>
            <a:r>
              <a:t>Your Appodeal Family 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166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1667EF"/>
                </a:solidFill>
                <a:latin typeface="Calibri"/>
              </a:defRPr>
            </a:pPr>
            <a:r>
              <a:t>🛡️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667EF"/>
                </a:solidFill>
                <a:latin typeface="Calibri"/>
              </a:defRPr>
            </a:pPr>
            <a:r>
              <a:t>Fraud Destroyed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1667EF"/>
                </a:solidFill>
                <a:latin typeface="Calibri"/>
              </a:defRPr>
            </a:pPr>
            <a:r>
              <a:t>22%→4%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fraud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Security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From Crisis to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The team slashed fraud from 22% to under 4% with dynamic SDK signatures and advanced detection. A massive win for platform integrity.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"Protecting the ecosystem protects everyone"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EA5E9"/>
                </a:solidFill>
                <a:latin typeface="Calibri"/>
              </a:defRPr>
            </a:pPr>
            <a:r>
              <a:t>🤝 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EA5E9"/>
                </a:solidFill>
                <a:latin typeface="Calibri"/>
              </a:defRPr>
            </a:pPr>
            <a:r>
              <a:t>Sales Pipeline on Fire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EA5E9"/>
                </a:solidFill>
                <a:latin typeface="Calibri"/>
              </a:defRPr>
            </a:pPr>
            <a:r>
              <a:t>$390k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8F95A3"/>
                </a:solidFill>
                <a:latin typeface="Calibri"/>
              </a:defRPr>
            </a:pPr>
            <a:r>
              <a:t>net 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by Sales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8 Deals Closed in One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The sales machine keeps delivering. 8 deals closed with $390k net revenue in a single week. On track to exceed the $13.3M target.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4864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8F95A3"/>
                </a:solidFill>
                <a:latin typeface="Calibri"/>
              </a:defRPr>
            </a:pPr>
            <a:r>
              <a:t>💬 "Momentum builds on momentum"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🎉  WEEKLY RITUAL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Friday Celebrations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Wins &amp; Growth Moments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🌱 What made you proud this week — at work, at home, or in life?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E2E2EA"/>
                </a:solidFill>
                <a:latin typeface="Calibri"/>
              </a:defRPr>
            </a:pPr>
            <a:r>
              <a:t>💡 We celebrate failures because acknowledging them creates space for improvement.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This is how we live Relentless Pursuit of Excellence. Share your wins and lessons every Friday in #general.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