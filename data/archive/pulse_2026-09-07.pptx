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September 07,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Yakov Kozarez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Finance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 Monday, Sept 7th is a US Holiday and the team will be offline. Please pl...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 Monday, Sept 7th is a US Holiday and the team will be offline. Please plan accordingly, thank you!"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Adrienne Powell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People Standards Environment, session 1, starts in 30 minutes: 16:00 CET Guest: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"People Standards Environment, session 1, starts in 30 minutes: 16:00 CET Guest: Jessica Neal, Chief Talent Officer at Netflix 2017–2021, now Appodeal advisor. Short intro from her, then 30 min of Q&amp;amp;A on how the Netflix culture actually ran, then breakout rooms. Zoom: appodeal.zoom.us/j/852751410"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Mykhailo Kukharskyi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Fear of failure vs Healthy fear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"Fear of failure vs Healthy fear"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Ad Monetization Newsletter: Surprising Ad Monetization Tests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In this month’s newsletter, we compiled a few examples of ad monetization tests on mediation and networks.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Alexey Cherniaev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Viktor Trykolenko received 50× from Shayan Manouchehri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"Viktor Trykolenko received 50× from Shayan Manouchehri"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Felipe Bereilh received 50× from ArtKip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"Felipe Bereilh received 50× from ArtKip"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