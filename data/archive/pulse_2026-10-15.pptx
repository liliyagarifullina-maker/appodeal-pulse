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October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Sergey Baranov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Marketing A&amp;amp;F · * Georgia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one major outcome of today’s session: we’re rescoping all Supply-side init...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one major outcome of today’s session: we’re rescoping all Supply-side initiatives into three squads: • Protecting Mediation Gross Profit • Gaming: direct • Non-gaming: direct This is a significant transformation, and we want it led from inside. Each squad needs a DRI, and we’d much rather give"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Alberto Nutricati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*! This the final reminder: Q3 Performance Review &amp;amp; Monthly Empl...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*! This the final reminder: Q3 Performance Review &amp;amp; Monthly Employee Pulse Today, October 14, is the final deadline for completing all Q3 Performance Review assessments in Leapsome, including your self-assessment, peer assessments, and assessments for your direct reports (where appli"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We've just launched the first issue of our demand-side LinkedIn newsletter, Next...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"We've just launched the first issue of our demand-side LinkedIn newsletter, Next in mobile buying. It's a new platform for your updates and ideas to get featured. Have something for November? Come talk to the Marketing team!"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AdSurge is the new ad network built by Miniclip with help from Tencent AI and Easybrain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platform offers both user acquisition and ad monetisation and draws on data and expertise from Miniclip, Easybrain and Tencent.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Camille Labat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Ryan Christopher and Radu Stoia received 25× from Evgeny Garlukovich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"Ryan Christopher and Radu Stoia received 25× from Evgeny Garlukovich"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Andrey Chuprov received 25× from Semen Sinchenko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"Andrey Chuprov received 25× from Semen Sinchenko"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