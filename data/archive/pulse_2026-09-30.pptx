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Wednesday, September 30,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Danila Matveev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30</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UA: Engineering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Krish Prabhakaran Pillai</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30</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Gaming Engineering · * Spain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Team, Same questions all week — what counts as work, do platform teams exist, wh...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"Team, Same questions all week — what counts as work, do platform teams exist, who sets up AI tooling, what's my metric. One answer for everyone. 1. One metric. Gross Profit per Employee (or recurring cost savings). AppLovin, Moloco, Liftoff are above $1M per person. We are not. Every commitment on 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Pavel Golubev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Hey team! Know anyone in iGaming who’s at SBC in Lisbon and looking for new user...</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"Hey team! Know anyone in iGaming who’s at SBC in Lisbon and looking for new users? The BidMachine team is there for the next three days, so let’s put them in touch! Thanks"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What it’s like to work at an AI-native company</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Field notes from a millennial raised in pre-AI tech</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Evgeny Garlukovich</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Tanya Kuznetsova received 50× from Ira</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"Tanya Kuznetsova received 50× from Ira"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Mariia Moskvina received 25× from Gleb Krahotkin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"Mariia Moskvina received 25× from Gleb Krahotkin"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