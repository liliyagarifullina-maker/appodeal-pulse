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8288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5C6270"/>
                </a:solidFill>
                <a:latin typeface="Calibri"/>
              </a:defRPr>
            </a:pPr>
            <a:r>
              <a:t>APPODEAL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468880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 i="0">
                <a:solidFill>
                  <a:srgbClr val="FFFFFF"/>
                </a:solidFill>
                <a:latin typeface="Calibri"/>
              </a:defRPr>
            </a:pPr>
            <a:r>
              <a:t>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8F95A3"/>
                </a:solidFill>
                <a:latin typeface="Calibri"/>
              </a:defRPr>
            </a:pPr>
            <a:r>
              <a:t>Wednesday, March 11,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572000"/>
            <a:ext cx="2103120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6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6B9D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6B9D"/>
                </a:solidFill>
                <a:latin typeface="Calibri"/>
              </a:defRPr>
            </a:pPr>
            <a:r>
              <a:t>Birthday Celebration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Alexandr Sikorsky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11,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Thank you for being such an awesome part of our team! Time to pause, grab some cake, and celebrate YOU!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6B9D"/>
                </a:solidFill>
                <a:latin typeface="Calibri"/>
              </a:defRPr>
            </a:pPr>
            <a:r>
              <a:t>Making work brighter with ideas, humor, and dedication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4CAF50"/>
                </a:solidFill>
                <a:latin typeface="Calibri"/>
              </a:defRPr>
            </a:pPr>
            <a:r>
              <a:t>🚀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4CAF50"/>
                </a:solidFill>
                <a:latin typeface="Calibri"/>
              </a:defRPr>
            </a:pPr>
            <a:r>
              <a:t>DevOps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4CAF50"/>
                </a:solidFill>
                <a:latin typeface="Calibri"/>
              </a:defRPr>
            </a:pPr>
            <a: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reactions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Gleb Krahotkin &amp; DevOps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Coolify Platform Launch Success!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New deployment service allows applications to be deployed in just a few clicks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"Making development faster and more accessible for everyone"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4D"/>
                </a:solidFill>
                <a:latin typeface="Calibri"/>
              </a:defRPr>
            </a:pPr>
            <a:r>
              <a:t>👏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4D"/>
                </a:solidFill>
                <a:latin typeface="Calibri"/>
              </a:defRPr>
            </a:pPr>
            <a:r>
              <a:t>Outstanding Recognition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B74D"/>
                </a:solidFill>
                <a:latin typeface="Calibri"/>
              </a:defRPr>
            </a:pPr>
            <a: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pavel.savinskiy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sergeydesigner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"Exceptional design work and creativity"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FFB74D"/>
                </a:solidFill>
                <a:latin typeface="Calibri"/>
              </a:defRPr>
            </a:pPr>
            <a:r>
              <a:t>EXCELLENCE · CREATIVITY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9C27B0"/>
                </a:solidFill>
                <a:latin typeface="Calibri"/>
              </a:defRPr>
            </a:pPr>
            <a:r>
              <a:t>🎓  EVENT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9C27B0"/>
                </a:solidFill>
                <a:latin typeface="Calibri"/>
              </a:defRPr>
            </a:pPr>
            <a:r>
              <a:t>Learning &amp;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Calibri"/>
              </a:defRPr>
            </a:pPr>
            <a:r>
              <a:t>11th Lunch &amp; Learn 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9C27B0"/>
                </a:solidFill>
                <a:latin typeface="Calibri"/>
              </a:defRPr>
            </a:pPr>
            <a:r>
              <a:t>Recently completed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E2E2EA"/>
                </a:solidFill>
                <a:latin typeface="Calibri"/>
              </a:defRPr>
            </a:pPr>
            <a:r>
              <a:t>Fraud Traffic Detection presentation by Timofey Levanov with recording available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029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8F95A3"/>
                </a:solidFill>
                <a:latin typeface="Calibri"/>
              </a:defRPr>
            </a:pPr>
            <a:r>
              <a:t>Organized by Katarzyna Raniszewska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7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7043"/>
                </a:solidFill>
                <a:latin typeface="Calibri"/>
              </a:defRPr>
            </a:pPr>
            <a:r>
              <a:t>🌟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7043"/>
                </a:solidFill>
                <a:latin typeface="Calibri"/>
              </a:defRPr>
            </a:pPr>
            <a:r>
              <a:t>Team Excellence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7043"/>
                </a:solidFill>
                <a:latin typeface="Calibri"/>
              </a:defRPr>
            </a:pPr>
            <a: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Sem Sinchenko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Ildar Fatykhov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"Outstanding technical contributions and leadership"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FF7043"/>
                </a:solidFill>
                <a:latin typeface="Calibri"/>
              </a:defRPr>
            </a:pPr>
            <a:r>
              <a:t>TECHNICAL EXCELLENCE · LEADERSHIP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2196F3"/>
                </a:solidFill>
                <a:latin typeface="Calibri"/>
              </a:defRPr>
            </a:pPr>
            <a:r>
              <a:t>📚  RECOMMENDED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2196F3"/>
                </a:solidFill>
                <a:latin typeface="Calibri"/>
              </a:defRPr>
            </a:pPr>
            <a:r>
              <a:t>Knowledge Sharing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2196F3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2103120"/>
            <a:ext cx="9326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FFFFF"/>
                </a:solidFill>
                <a:latin typeface="Calibri"/>
              </a:defRPr>
            </a:pPr>
            <a:r>
              <a:t>The Speaking Coach: Stop Using This Word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423160"/>
            <a:ext cx="9326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2E2EA"/>
                </a:solidFill>
                <a:latin typeface="Calibri"/>
              </a:defRPr>
            </a:pPr>
            <a:r>
              <a:t>Communication tips that make you sound more confident and credible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743200"/>
            <a:ext cx="9326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F95A3"/>
                </a:solidFill>
                <a:latin typeface="Calibri"/>
              </a:defRPr>
            </a:pPr>
            <a:r>
              <a:t>Shared by Maria Plendukova ·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94360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C6270"/>
                </a:solidFill>
                <a:latin typeface="Calibri"/>
              </a:defRPr>
            </a:pPr>
            <a:r>
              <a:t>#general-chat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4CAF50"/>
                </a:solidFill>
                <a:latin typeface="Calibri"/>
              </a:defRPr>
            </a:pPr>
            <a:r>
              <a:t>💰  MILESTONE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4CAF50"/>
                </a:solidFill>
                <a:latin typeface="Calibri"/>
              </a:defRPr>
            </a:pPr>
            <a:r>
              <a:t>Financial Milestone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 i="0">
                <a:solidFill>
                  <a:srgbClr val="4CAF50"/>
                </a:solidFill>
                <a:latin typeface="Calibri"/>
              </a:defRPr>
            </a:pPr>
            <a:r>
              <a:t>40%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926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F95A3"/>
                </a:solidFill>
                <a:latin typeface="Calibri"/>
              </a:defRPr>
            </a:pPr>
            <a:r>
              <a:t>YoY Growth Projected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56616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Impressive Growth Trajectory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E2E2EA"/>
                </a:solidFill>
                <a:latin typeface="Calibri"/>
              </a:defRPr>
            </a:pPr>
            <a:r>
              <a:t>Company reaching new heights with strong fundamentals and sustainable growth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9800"/>
                </a:solidFill>
                <a:latin typeface="Calibri"/>
              </a:defRPr>
            </a:pPr>
            <a:r>
              <a:t>🤝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9800"/>
                </a:solidFill>
                <a:latin typeface="Calibri"/>
              </a:defRPr>
            </a:pPr>
            <a:r>
              <a:t>Team Collaboration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9800"/>
                </a:solidFill>
                <a:latin typeface="Calibri"/>
              </a:defRPr>
            </a:pPr>
            <a: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Anastasia Sokolova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Sasha Sakovich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"Exceptional teamwork and collaboration"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FF9800"/>
                </a:solidFill>
                <a:latin typeface="Calibri"/>
              </a:defRPr>
            </a:pPr>
            <a:r>
              <a:t>TEAMWORK · COLLABORATION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E91E63"/>
                </a:solidFill>
                <a:latin typeface="Calibri"/>
              </a:defRPr>
            </a:pPr>
            <a:r>
              <a:t>🎯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E91E63"/>
                </a:solidFill>
                <a:latin typeface="Calibri"/>
              </a:defRPr>
            </a:pPr>
            <a:r>
              <a:t>Gaming Success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E91E63"/>
                </a:solidFill>
                <a:latin typeface="Calibri"/>
              </a:defRPr>
            </a:pPr>
            <a: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% retention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Gaming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Infinite Minesweeper Hits Target!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Achieving 61% retention rate within Apple benchmark ERA of 151-160%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"Gaming division showing strong performance metrics"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673A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673AB7"/>
                </a:solidFill>
                <a:latin typeface="Calibri"/>
              </a:defRPr>
            </a:pPr>
            <a:r>
              <a:t>📖  OFFICE LIFE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673AB7"/>
                </a:solidFill>
                <a:latin typeface="Calibri"/>
              </a:defRPr>
            </a:pPr>
            <a:r>
              <a:t>Company Culture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Reading Club Growing Strong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43200"/>
            <a:ext cx="9692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"The 4 Disciplines of Execution focus: WIGs, Leading/Lagging Metrics, Scorecards, Follow-through"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7548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— Pavel Golubev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2120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673AB7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76072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C6270"/>
                </a:solidFill>
                <a:latin typeface="Calibri"/>
              </a:defRPr>
            </a:pPr>
            <a:r>
              <a:t>#general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7955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795548"/>
                </a:solidFill>
                <a:latin typeface="Calibri"/>
              </a:defRPr>
            </a:pPr>
            <a:r>
              <a:t>🛡️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795548"/>
                </a:solidFill>
                <a:latin typeface="Calibri"/>
              </a:defRPr>
            </a:pPr>
            <a:r>
              <a:t>Security Excellence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795548"/>
                </a:solidFill>
                <a:latin typeface="Calibri"/>
              </a:defRPr>
            </a:pPr>
            <a: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Gleb Krahotkin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Hierman Pelekh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"Outstanding security implementations and infrastructure work"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795548"/>
                </a:solidFill>
                <a:latin typeface="Calibri"/>
              </a:defRPr>
            </a:pPr>
            <a:r>
              <a:t>SECURITY · RELIABILITY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607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607D8B"/>
                </a:solidFill>
                <a:latin typeface="Calibri"/>
              </a:defRPr>
            </a:pPr>
            <a:r>
              <a:t>🤖  MILESTONE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607D8B"/>
                </a:solidFill>
                <a:latin typeface="Calibri"/>
              </a:defRPr>
            </a:pPr>
            <a:r>
              <a:t>AI Revolution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 i="0">
                <a:solidFill>
                  <a:srgbClr val="607D8B"/>
                </a:solidFill>
                <a:latin typeface="Calibri"/>
              </a:defRPr>
            </a:pPr>
            <a:r>
              <a:t>3-6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926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F95A3"/>
                </a:solidFill>
                <a:latin typeface="Calibri"/>
              </a:defRPr>
            </a:pPr>
            <a:r>
              <a:t>months timeline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56616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Every Employee + 5-10 AI Agents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E2E2EA"/>
                </a:solidFill>
                <a:latin typeface="Calibri"/>
              </a:defRPr>
            </a:pPr>
            <a:r>
              <a:t>Transforming how we work with AI integration across all departments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9C27B0"/>
                </a:solidFill>
                <a:latin typeface="Calibri"/>
              </a:defRPr>
            </a:pPr>
            <a:r>
              <a:t>💎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9C27B0"/>
                </a:solidFill>
                <a:latin typeface="Calibri"/>
              </a:defRPr>
            </a:pPr>
            <a:r>
              <a:t>Product Success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9C27B0"/>
                </a:solidFill>
                <a:latin typeface="Calibri"/>
              </a:defRPr>
            </a:pPr>
            <a:r>
              <a:t>21.67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% improvement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Solitaire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Solitaire v540 Retention Boost!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Significant improvement in D7 retention rates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"Product optimization delivering measurable results"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C107"/>
                </a:solidFill>
                <a:latin typeface="Calibri"/>
              </a:defRPr>
            </a:pPr>
            <a:r>
              <a:t>⭐  CLAPS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C107"/>
                </a:solidFill>
                <a:latin typeface="Calibri"/>
              </a:defRPr>
            </a:pPr>
            <a:r>
              <a:t>Multi-Team Recognition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C107"/>
                </a:solidFill>
                <a:latin typeface="Calibri"/>
              </a:defRPr>
            </a:pPr>
            <a: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from Dima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to: Irina Koval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39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"Exceptional cross-functional collaboration and results delivery"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120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FFC107"/>
                </a:solidFill>
                <a:latin typeface="Calibri"/>
              </a:defRPr>
            </a:pPr>
            <a:r>
              <a:t>COLLABORATION · RESULTS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44336"/>
                </a:solidFill>
                <a:latin typeface="Calibri"/>
              </a:defRPr>
            </a:pPr>
            <a:r>
              <a:t>🛡️  MILESTONE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44336"/>
                </a:solidFill>
                <a:latin typeface="Calibri"/>
              </a:defRPr>
            </a:pPr>
            <a:r>
              <a:t>Security Achievement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 i="0">
                <a:solidFill>
                  <a:srgbClr val="F44336"/>
                </a:solidFill>
                <a:latin typeface="Calibri"/>
              </a:defRPr>
            </a:pPr>
            <a:r>
              <a:t>22% → 4%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926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F95A3"/>
                </a:solidFill>
                <a:latin typeface="Calibri"/>
              </a:defRPr>
            </a:pPr>
            <a:r>
              <a:t>fraud reduction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56616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Fraud Prevention Success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E2E2EA"/>
                </a:solidFill>
                <a:latin typeface="Calibri"/>
              </a:defRPr>
            </a:pPr>
            <a:r>
              <a:t>Dynamic SDK signatures dramatically reducing fraudulent traffic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5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5722"/>
                </a:solidFill>
                <a:latin typeface="Calibri"/>
              </a:defRPr>
            </a:pPr>
            <a:r>
              <a:t>🎉  WEEKLY RITUAL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5722"/>
                </a:solidFill>
                <a:latin typeface="Calibri"/>
              </a:defRPr>
            </a:pPr>
            <a:r>
              <a:t>Daily Celebration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Team Birthday Joy!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92608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Who brings the most positive energy to your team?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65760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What's your favorite way to celebrate wins together?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75488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We CELEBRATE achievements and support each other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76072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C6270"/>
                </a:solidFill>
                <a:latin typeface="Calibri"/>
              </a:defRPr>
            </a:pPr>
            <a:r>
              <a:t>#birthdays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4CAF50"/>
                </a:solidFill>
                <a:latin typeface="Calibri"/>
              </a:defRPr>
            </a:pPr>
            <a:r>
              <a:t>💰 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4CAF50"/>
                </a:solidFill>
                <a:latin typeface="Calibri"/>
              </a:defRPr>
            </a:pPr>
            <a:r>
              <a:t>Sales Victory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4CAF50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F95A3"/>
                </a:solidFill>
                <a:latin typeface="Calibri"/>
              </a:defRPr>
            </a:pPr>
            <a:r>
              <a:t>deals closed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by Sales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Outstanding Week Performance!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8912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$390k net revenue in a single week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F95A3"/>
                </a:solidFill>
                <a:latin typeface="Calibri"/>
              </a:defRPr>
            </a:pPr>
            <a:r>
              <a:t>💬 "Sales momentum building strong pipeline"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7955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795548"/>
                </a:solidFill>
                <a:latin typeface="Calibri"/>
              </a:defRPr>
            </a:pPr>
            <a:r>
              <a:t>🏗️  OFFICE LIFE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795548"/>
                </a:solidFill>
                <a:latin typeface="Calibri"/>
              </a:defRPr>
            </a:pPr>
            <a:r>
              <a:t>Leadership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Build. Ship. Improve.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43200"/>
            <a:ext cx="9692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"Shift from requirements to pull request mentality"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7548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— CEO Mandate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2120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795548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76072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C6270"/>
                </a:solidFill>
                <a:latin typeface="Calibri"/>
              </a:defRPr>
            </a:pPr>
            <a:r>
              <a:t>#general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E91E63"/>
                </a:solidFill>
                <a:latin typeface="Calibri"/>
              </a:defRPr>
            </a:pPr>
            <a:r>
              <a:t>🎮  MILESTONE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E91E63"/>
                </a:solidFill>
                <a:latin typeface="Calibri"/>
              </a:defRPr>
            </a:pPr>
            <a:r>
              <a:t>Gaming Milestone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 i="0">
                <a:solidFill>
                  <a:srgbClr val="E91E63"/>
                </a:solidFill>
                <a:latin typeface="Calibri"/>
              </a:defRPr>
            </a:pPr>
            <a:r>
              <a:t>200%+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926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F95A3"/>
                </a:solidFill>
                <a:latin typeface="Calibri"/>
              </a:defRPr>
            </a:pPr>
            <a:r>
              <a:t>ROAS exceeded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56616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Gaming Division Profitability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E2E2EA"/>
                </a:solidFill>
                <a:latin typeface="Calibri"/>
              </a:defRPr>
            </a:pPr>
            <a:r>
              <a:t>Gaming operations turned profitable in 2025, showing sustainable growth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2196F3"/>
                </a:solidFill>
                <a:latin typeface="Calibri"/>
              </a:defRPr>
            </a:pPr>
            <a:r>
              <a:t>🚀  WEEKLY RITUAL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2196F3"/>
                </a:solidFill>
                <a:latin typeface="Calibri"/>
              </a:defRPr>
            </a:pPr>
            <a:r>
              <a:t>Keep Building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What will you ship today?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92608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What's the next feature you're excited to build?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65760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2E2EA"/>
                </a:solidFill>
                <a:latin typeface="Calibri"/>
              </a:defRPr>
            </a:pPr>
            <a:r>
              <a:t>How can we improve our user experience?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75488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We BUILD solutions that SERVE OTHERS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76072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C6270"/>
                </a:solidFill>
                <a:latin typeface="Calibri"/>
              </a:defRPr>
            </a:pPr>
            <a:r>
              <a:t>#general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