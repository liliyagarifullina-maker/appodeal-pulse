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Wednesday, March 11,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Liliya Garifullina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Roman de las Heras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Olga Petriakova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Olga Petriakova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Alexandra Molchan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Sergei Bashkirtsev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Roman Shakhanov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Vladimir Khrolovich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Dmitry Feshchenko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Katarzyna Raniszewska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Radu Stoia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Eduard Malkhasyan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Daryna Rudavka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Yanina Lozben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Irina Koval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Iryna Peretiatko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Iryna Peretiatko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:wave: Hello everyone &lt;!channel&gt;!</a:t>
            </a:r>
            <a:br/>
            <a:br/>
            <a:r>
              <a:t>I’d like to share a cool thing our DevOps tea...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":wave: Hello everyone &lt;!channel&gt;!</a:t>
            </a:r>
            <a:br/>
            <a:br/>
            <a:r>
              <a:t>I’d like to share a cool thing our DevOps team has set up for all of us.</a:t>
            </a:r>
            <a:br/>
            <a:r>
              <a:t>Introducing *&lt;https://coolify.appodeal.com|Coolify&gt;* - a service that allows you to deploy your applications in just a few clicks.</a:t>
            </a:r>
            <a:br/>
            <a:r>
              <a:t>:memo: I’ve written a short guide on how to use it &lt;https://a"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Hi &lt;!here&gt;! :woman-raising-hand: Thank you for joining our *11th Lunch &amp; Learn 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"Hi &lt;!here&gt;! :woman-raising-hand: Thank you for joining our *11th Lunch &amp; Learn session!* :fire:</a:t>
            </a:r>
            <a:br/>
            <a:r>
              <a:t>A big thank-you to &lt;@U23FJLW5S&gt; for a very interesting presentation :heart:</a:t>
            </a:r>
            <a:br/>
            <a:r>
              <a:t>Below you can find:</a:t>
            </a:r>
            <a:br/>
            <a:r>
              <a:t>• :movie_camera: &lt;https://app.fireflies.ai/view/Lunch-and-Learn-How-we-detect-fraud-traffic-by-Timofey-Levan"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Katarzyna Raniszewska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&lt;!channel&gt; Team,</a:t>
            </a:r>
            <a:br/>
            <a:r>
              <a:t>Anna is &lt;https://appodeal.slack.com/archives/C08RDS0MU2F/p17730...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"&lt;!channel&gt; Team,</a:t>
            </a:r>
            <a:br/>
            <a:r>
              <a:t>Anna is &lt;https://appodeal.slack.com/archives/C08RDS0MU2F/p1773043372580949|starting&gt; a reading club around the book _The 4 Disciplines of Execution_, and I encourage everyone to join.</a:t>
            </a:r>
            <a:br/>
            <a:br/>
            <a:r>
              <a:t>The book focuses on four core concepts:</a:t>
            </a:r>
            <a:br/>
            <a:r>
              <a:t>• *Wildly Important Goals (WIGs)*</a:t>
            </a:r>
            <a:br/>
            <a:r>
              <a:t>• *Leading and Lagging 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Pavel Golubev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