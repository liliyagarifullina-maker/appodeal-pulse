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March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Liliya Garifullina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de las Heras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Olga Petriakova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Alexandra Molchan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Sergei Bashkirtsev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Roman Shakhanov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Vladimir Khrolovich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Dmitry Feshchenko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Giulia Galvani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Katarzyna Raniszewska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Radu Stoia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Eduard Malkhasyan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Daryna Rudavka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Yanina Lozben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&lt;!here&gt;! :woman-raising-hand: Thank you for joining our *11th Lunch &amp; Learn 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&lt;!here&gt;! :woman-raising-hand: Thank you for joining our *11th Lunch &amp; Learn session!* :fire:</a:t>
            </a:r>
            <a:br/>
            <a:r>
              <a:t>A big thank-you to &lt;@U23FJLW5S&gt; for a very interesting presentation :heart:</a:t>
            </a:r>
            <a:br/>
            <a:r>
              <a:t>Below you can find:</a:t>
            </a:r>
            <a:br/>
            <a:r>
              <a:t>• :movie_camera: &lt;https://app.fireflies.ai/view/Lunch-and-Learn-How-we-detect-fraud-traffic-by-Timofey-Levan"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&lt;!channel&gt; Team,</a:t>
            </a:r>
            <a:br/>
            <a:r>
              <a:t>Anna is &lt;https://appodeal.slack.com/archives/C08RDS0MU2F/p17730...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"&lt;!channel&gt; Team,</a:t>
            </a:r>
            <a:br/>
            <a:r>
              <a:t>Anna is &lt;https://appodeal.slack.com/archives/C08RDS0MU2F/p1773043372580949|starting&gt; a reading club around the book _The 4 Disciplines of Execution_, and I encourage everyone to join.</a:t>
            </a:r>
            <a:br/>
            <a:br/>
            <a:r>
              <a:t>The book focuses on four core concepts:</a:t>
            </a:r>
            <a:br/>
            <a:r>
              <a:t>• *Wildly Important Goals (WIGs)*</a:t>
            </a:r>
            <a:br/>
            <a:r>
              <a:t>• *Leading and Lagging 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&lt;@UCQDMDR9B&gt; Thank you for raising your concerns about AI tools *YOU* are buildi...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"&lt;@UCQDMDR9B&gt; Thank you for raising your concerns about AI tools *YOU* are building.</a:t>
            </a:r>
            <a:br/>
            <a:br/>
            <a:r>
              <a:t>A couple of clarifications on what we are actually trying to do.</a:t>
            </a:r>
            <a:br/>
            <a:br/>
            <a:r>
              <a:t>First, the goal of the *CV Health Rate* is *not to identify or rank A-players*. The purpose is to turn our *Core Values, Leadership Principles, and 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