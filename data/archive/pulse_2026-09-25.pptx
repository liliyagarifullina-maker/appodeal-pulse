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Friday, September 25,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Goodbye !!! Goodbye team!!! After everything we've been through together, writin...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"Goodbye !!! Goodbye team!!! After everything we've been through together, writing this message is not easy but I want to make sure I leave with the words that truly reflect what this experience has meant to me. First and foremost, thank you . Thank you for trusting me to lead you. That trust was nev"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Francesco Cerigioni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everyone Today is my last working day at Appodeal. I joined the UA Engineerin...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everyone Today is my last working day at Appodeal. I joined the UA Engineering team a little over a year ago to look after the Clojure bidder, and ended up watching it get rewritten in Rust and successfully moved to production. It’s been a great year - I’ve learned a lot, and I’m proud of what we"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Gleb Eliseev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Our agentic pilot hit a new milestone: Amazon is now testing our seller agent on...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"Our agentic pilot hit a new milestone: Amazon is now testing our seller agent on live mobile in-app inventory. We've published the news inviting more demand partners, agency trading desks and independent developers to join. Huge thanks to for all the effort behind this announcement If you know a buy"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Andrei Pugachev dmitry.feshchenko Vladimir Khrolovich aleksey.alekhine alexander...</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"Andrei Pugachev dmitry.feshchenko Vladimir Khrolovich aleksey.alekhine alexander.sikorsky received 10× from a.cherniaev"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Anna Hrytsel received 10× from Ivan Litvinau</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"Anna Hrytsel received 10× from Ivan Litvinau"</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