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July 24,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A couple of survey reminders before they close Engagement &amp;amp; Strategy Al...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A couple of survey reminders before they close Engagement &amp;amp; Strategy Alignment – July 2026 (closes tomorrow) We've extended the deadline by one day to give everyone one more opportunity to participate. So far, we've heard from 36% of the company. [click!] Monthly Development Pulse (closes 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Herman Ignatovich received 30× from Artem Orlov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"Herman Ignatovich received 30× from Artem Orlov"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 Breljak Shayan Manouchehri received 15×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 Breljak Shayan Manouchehri received 15×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