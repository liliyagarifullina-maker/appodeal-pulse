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Saturday, March 07,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Adrienne Powell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Katarzyna Raniszewska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Radu Stoia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 Cherniaev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Eduard Malkhasyan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Liliya Garifullina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Katarzyna Raniszewska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Stepan Pletnev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Pavel Savinskiy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Pavel Savinskiy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Berta Moreno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Shakhanov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&lt;!here&gt; :tulip: Happy International Women’s Day! :tulip:</a:t>
            </a:r>
            <a:br/>
            <a:br/>
            <a:r>
              <a:t>This Sunday, March 8,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"&lt;!here&gt; :tulip: Happy International Women’s Day! :tulip:</a:t>
            </a:r>
            <a:br/>
            <a:br/>
            <a:r>
              <a:t>This Sunday, March 8, we celebrate International Women’s Day — a moment to recognize the incredible contributions, talent, leadership, and creativity that women bring to our teams and communities every day.</a:t>
            </a:r>
            <a:br/>
            <a:br/>
            <a:r>
              <a:t>At Appodeal, we’re grateful to wor"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:wave:</a:t>
            </a:r>
            <a:br/>
            <a:br/>
            <a:r>
              <a:t>I’d like to take this opportunity to remind you that we are...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:wave:</a:t>
            </a:r>
            <a:br/>
            <a:br/>
            <a:r>
              <a:t>I’d like to take this opportunity to remind you that we are currently running the *Cursor Challenge* inside the company for non-engineers. There are no strict deadlines, so you can still join us.</a:t>
            </a:r>
            <a:br/>
            <a:r>
              <a:t>The main goal is to help you learn *Cursor* and support people who have never worke"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&lt;!channel&gt;! Spring is almost here, bringing fresh energy and longer days! :se...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&lt;!channel&gt;! Spring is almost here, bringing fresh energy and longer days! :seedling::hatched_chick::butterfly:</a:t>
            </a:r>
            <a:br/>
            <a:r>
              <a:t>Before we welcome the new season, let’s take a moment to wrap up *February* :sparkles:</a:t>
            </a:r>
            <a:br/>
            <a:br/>
            <a:r>
              <a:t>:tada: *February Newcomers*</a:t>
            </a:r>
            <a:br/>
            <a:r>
              <a:t>Let’s give a warm welcome to our newcomers! :tada:</a:t>
            </a:r>
            <a:br/>
            <a:r>
              <a:t>&lt;@U0AE70YMZ6V&gt; – Se"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