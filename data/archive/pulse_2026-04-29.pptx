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April 29,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team, happy Tuesday! Yesterday's party was amazing - tons of fun, everyone w...</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team, happy Tuesday! Yesterday's party was amazing - tons of fun, everyone was smiling, and the sailing was awesome! We had such a great time together. , thank you for organizing this. I hope you will enjoy some of the photos I took"</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 Cherniaev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Why we have the We Give Back group and why it feels like home (2min read). Takin...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"Why we have the We Give Back group and why it feels like home (2min read). Taking care of people has always been at the center of everything I do. Hospitality, events, corporate benefits, travel planning, administrative care have been the thread running through my entire career. At the core of it al"</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Oxana Drake</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Two OKR decisions — effective immediately: 1. We’re retiring the term “Rocks.” 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"Two OKR decisions — effective immediately: 1. We’re retiring the term “Rocks.” Going forward, we use Key Results (KRs) only. Let’s rename Key results where we have word “Rocks” by the end of the week. 2. Every objective should have a maximum of 5 KRs."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Gleb Krahotkin received 25× from Olga Petriakova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"Gleb Krahotkin received 25× from Olga Petriakova"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Dario Hernandez received 50× from Roman de las Heras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"Dario Hernandez received 50× from Roman de las Heras"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