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April 20,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Alexandr Babich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Engineering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Elvina Nasyrova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Media Buying A&amp;amp;F · * Armenia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team! This Friday, we hosted a tennis tournament in our Warsaw office in Pol...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team! This Friday, we hosted a tennis tournament in our Warsaw office in Poland I put this together after seeing how much you all enjoy playing during breaks, and I thought it would be a nice way to bring everyone together for something fun and a little competitive The tournament turned out very"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! Remote folks — did you know Appodeal Pulse is available online? In...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! Remote folks — did you know Appodeal Pulse is available online? In our offices, we run a live company news feed on the TVs — birthdays, team wins, shoutouts from &lt;#C084KUM8W79&gt;, interesting reads, and everything happening across Appodeal. You check it out any time: https://appodeal-pul"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Liliya Garifullina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Ira received 50× from Ivan Litvinau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"Ira received 50× from Ivan Litvinau"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Antonio Clavelli Taha received 25×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"Antonio Clavelli Taha received 25×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