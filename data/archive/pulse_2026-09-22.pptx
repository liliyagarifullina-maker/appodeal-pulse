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September 22,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Andreu Margarit</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Engineering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Martin Lau</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Finance · * United States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I’m narrowing my scope, but will stay on as CTO. My scope this year has be...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I’m narrowing my scope, but will stay on as CTO. My scope this year has been very broad, and broad is not where i’m useful. I’m going back to the work where my hands actually move the numbers: infrastructure and hosting costs, platform engineering and a few AI opportunities with real business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18/09 PSE Session 3: Supercell I — The Least Powerful CEO recap Three things the...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"18/09 PSE Session 3: Supercell I — The Least Powerful CEO recap Three things the rooms converged on: • Not “no rules,” but few, clear, and stable ones. Hire strong people against a clear scorecard, then give them the space to deliver. • Treat company-level changes like experiments. Define the hypoth"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Mykhailo Kukharskyi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Shayan Manouchehri received 30× from Viktor Trykolenko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"Shayan Manouchehri received 30× from Viktor Trykolenko"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