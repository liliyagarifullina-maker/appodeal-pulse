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September 08,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Gaëtan Pauchet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BidMachine Business · * United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Yakov Kozarez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Finance · *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Friday, September 11th is a public holiday in the Barcelona office.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Friday, September 11th is a public holiday in the Barcelona office. Please plan accordingly"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Emma Syniehubova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Fear of failure vs Healthy fear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"Fear of failure vs Healthy fear"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Ad Monetization Newsletter: Surprising Ad Monetization Tests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In this month’s newsletter, we compiled a few examples of ad monetization tests on mediation and networks.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Alexey Cherniaev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Viktor Trykolenko received 50× from Shayan Manouchehri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"Viktor Trykolenko received 50× from Shayan Manouchehri"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Felipe Bereilh received 50× from ArtKip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"Felipe Bereilh received 50× from ArtKip"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