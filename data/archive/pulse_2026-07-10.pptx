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July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Berta Moreno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team, Thank you all for joining our All Hands meeting today, and thanks for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team, Thank you all for joining our All Hands meeting today, and thanks for the great questions and discussion. Here are the materials from the meeting: • Presentation: link Also, a reminder that our Engagement survey is available in Leapsome. Please take a few minutes to complete it - your feedb"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Performance Assessment Reminder Hi everyone! Just a quick reminder that our Perf...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"Performance Assessment Reminder Hi everyone! Just a quick reminder that our Performance Assessment is currently in progress. At the moment, we're at: • 33% completion for Self Assessments • 24% completion for Manager Assessments Your participation is important - not only to support meaningful feedba"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Tanya Kuznetsova received 25× from 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"Tanya Kuznetsova received 25× from Ira"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yurii.ivanovskyi received 25× from 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"yurii.ivanovskyi received 25× from Ira"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