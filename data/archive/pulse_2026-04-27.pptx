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Monday, April 27,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Kanstantsin Shuryhin</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April 27</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Mediation: Customer Success A&amp;amp;F · * Belarus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 everyone ! We’ve just published the LinkedIn post for the upcoming Barcelona ...</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 everyone ! We’ve just published the LinkedIn post for the upcoming Barcelona Data Night (May 14) - feel free to check it out and support click! This time we’ll have our colleagues and speaking, along with an external guest Daniel Sogl (Thinktecture) - it’s going to be a great mix of practical ins"</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Katarzyna Raniszewska</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Team — I’ve drafted a north-star document on how we approach learning integratio...</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"Team — I’ve drafted a north-star document on how we approach learning integration at Appodeal. It connects the WIG, our culture work, and the AI adoption strategy into one system. Doc: Learnings Integration at Appodeal This is a draft. I want everyone — engineering, HR, management, ICs — to read it "</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Pavel Golubev</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Two OKR decisions — effective immediately: 1. We’re retiring the term “Rocks.” G...</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"Two OKR decisions — effective immediately: 1. We’re retiring the term “Rocks.” Going forward, we use Key Results (KRs) only. Let’s rename Key results where we have word “Rocks” by the end of the week. 2. Every objective should have a maximum of 5 KRs."</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Alexandr Zhitlukhin</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Dario Hernandez received 50× from Roman de las Heras</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"Dario Hernandez received 50× from Roman de las Heras"</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Emma received 10× from Alina Li</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"Emma received 10× from Alina Li"</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