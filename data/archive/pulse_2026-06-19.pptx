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June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Adnana Hujdur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Bosnia and Herzegovina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I'd love to invite you to Leadership Connect — a monthly interactiv...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I'd love to invite you to Leadership Connect — a monthly interactive space for anyone interested in leadership, personal growth, and learning through real-life challenges and discussions. Whether you're currently leading a team, contributing as an individual contributor, or preparing fo"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Kalugina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We're looking for examples where the OKR Audit produced results that seem inc...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We're looking for examples where the OKR Audit produced results that seem inconsistent or unexpected. If you've encountered such a recent case, please add it to this thread and include: • Links to the audit results you're comparing • What changed between the results (score, category, recommendati"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The Monthly Development Pulse is still open Current response rate: 28%. Which me...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"The Monthly Development Pulse is still open Current response rate: 28%. Which means one thing: other 72% are probably planning to do it in a better moment..." Here's the deal: One question About 10 seconds Completely anonymous No follow-up questions, no HR ambush, no consequences for any answer Just"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Yuri Ignatev received 10×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"Yuri Ignatev received 10×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Miguel Perez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"Miguel Perez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