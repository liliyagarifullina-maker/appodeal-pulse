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June 25,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warm farm Florida welcome to our executive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warm farm Florida welcome to our executive team"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everyone, Unfortunately, today was my last working day at the company. It has...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everyone, Unfortunately, today was my last working day at the company. It has been quite a journey. Over the years, I had the chance to work with probably almost every department in the company. I was part of Appodeal, Chardone, and the Accelerator. I’m sorry I didn’t get a chance to work at BidM"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Kanstantsin Shuryhin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 all guns blazing ... we had an amazing time with our executive team at a sh...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"With all guns blazing ... we had an amazing time with our executive team at a shooting range tonight"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AppLovin Ads is now open to all advertisers AppLovin |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AppLovin Ads, formerly Axon, is now open to all advertisers. One company, one brand built to drive real performance for any business ready to grow.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Michele di Mauro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Ildar Fatykhov received 20× from Samat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"Ildar Fatykhov received 20× from Samat"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George Tokarenko Dima M. ArtKip received 2×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"George Tokarenko Dima M. ArtKip received 2×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