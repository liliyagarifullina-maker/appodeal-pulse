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May 01,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Taisiia Kraiukhina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Marketing A&amp;amp;F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Pavel Duniashev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team, happy Tuesday! Yesterday's party was amazing - tons of fun, everyone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team, happy Tuesday! Yesterday's party was amazing - tons of fun, everyone was smiling, and the sailing was awesome! We had such a great time together. , thank you for organizing this. I hope you will enjoy some of the photos I took"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 Cherniaev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https://youtu.be/dlPCz8Jwypw?si=q4RdK8MjnK4YuuHz Applovin inspired me to start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"https://youtu.be/dlPCz8Jwypw?si=q4RdK8MjnK4YuuHz Applovin inspired me to start Appodeal and their founder and CEO Adam has been my mentor for many years now. His business philosophy heavily affects how I think about our company. I encourage you to watch/listen it to get a better idea how we approach"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Cagatay Akcam received 20× from Siddharth Sahani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"Cagatay Akcam received 20× from Siddharth Sahani"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Taha received 30× from Siddharth Sahani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"Taha received 30× from Siddharth Sahani"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