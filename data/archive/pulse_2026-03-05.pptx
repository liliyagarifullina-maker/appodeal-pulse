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March 05,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Anna Timoshenko</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Iurii Kotov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Roman de las Heras</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Denis Glavatskikh</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Ana Abuseridze</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Hanna Hrytsel</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Daryna Rudavka</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Anton Nikifarau</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Vladimir Khrolovich</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Francesco Cerigioni</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Irina Koval</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Giulia Galvani</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Yanina Lozben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Olga Petriakova</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Iryna Peretiatko</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March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Team — I’m sharing an update.</a:t>
            </a:r>
            <a:br/>
            <a:r>
              <a:t>I’m transitioning from my day-to-day COO/CFO respo...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"Team — I’m sharing an update.</a:t>
            </a:r>
            <a:br/>
            <a:r>
              <a:t>I’m transitioning from my day-to-day COO/CFO responsibilities to a *board-only role*. I’ll remain fully involved as a *Board Director*, focused on *strategy, governance, and capital stewardship*—helping ensure we remain disciplined, resilient, and positioned for long-te"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Anton Valkov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Team, everyone who participated in the AI event — feel free to look for yourselv...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"Team, everyone who participated in the AI event — feel free to look for yourselves in &lt;https://www.dropbox.com/scl/fo/2e9oz0iriivhqcewfrukf/AJqEIzmbOOypTvck7nIYQ8Y?rlkey=pfkxyi38akcb91vwqq6m4j6ky&amp;amp;e=2&amp;amp;st=xyn5afsc&amp;amp;dl=0|the photos&gt;!</a:t>
            </a:r>
            <a:br/>
            <a:r>
              <a:t>I especially love the team pictures we took during the int"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Mariia Moskvina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Hey &lt;!channel&gt;</a:t>
            </a:r>
            <a:br/>
            <a:r>
              <a:t>AI adoption across the company has really accelerated, and we’re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"Hey &lt;!channel&gt;</a:t>
            </a:r>
            <a:br/>
            <a:r>
              <a:t>AI adoption across the company has really accelerated, and we’re curious about your experience.</a:t>
            </a:r>
            <a:br/>
            <a:r>
              <a:t>We last ran a survey 3 months ago (mostly with engineers). This time we’d love input from everyone to understand how AI is used today and what impact it has on delivery. It will take less 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Mariia Moskvina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