
<file path=[Content_Types].xml><?xml version="1.0" encoding="utf-8"?>
<Types xmlns="http://schemas.openxmlformats.org/package/2006/content-types">
  <Default Extension="bin" ContentType="application/vnd.openxmlformats-officedocument.presentationml.printerSettings"/>
  <Default Extension="jpeg" ContentType="image/jpeg"/>
  <Default Extension="rels" ContentType="application/vnd.openxmlformats-package.relationships+xml"/>
  <Default Extension="xml" ContentType="application/xml"/>
  <Override PartName="/docProps/app.xml" ContentType="application/vnd.openxmlformats-officedocument.extended-properties+xml"/>
  <Override PartName="/docProps/core.xml" ContentType="application/vnd.openxmlformats-package.core-properties+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2" Type="http://schemas.openxmlformats.org/package/2006/relationships/metadata/thumbnail" Target="docProps/thumbnail.jpeg"/><Relationship Id="rId3" Type="http://schemas.openxmlformats.org/package/2006/relationships/metadata/core-properties" Target="docProps/core.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autoCompressPictures="0">
  <p:sldMasterIdLst>
    <p:sldMasterId id="2147483648" r:id="rId1"/>
  </p:sldMasterIdLst>
  <p:sldIdLst>
    <p:sldId id="256" r:id="rId7"/>
    <p:sldId id="257" r:id="rId8"/>
    <p:sldId id="258" r:id="rId9"/>
    <p:sldId id="259" r:id="rId10"/>
    <p:sldId id="260" r:id="rId11"/>
    <p:sldId id="261" r:id="rId12"/>
    <p:sldId id="262" r:id="rId13"/>
    <p:sldId id="263" r:id="rId14"/>
  </p:sldIdLst>
  <p:sldSz cx="12191695" cy="6858000" type="screen4x3"/>
  <p:notesSz cx="6858000" cy="9144000"/>
  <p:defaultText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defaultTextStyle>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5620"/>
    <p:restoredTop sz="94660"/>
  </p:normalViewPr>
  <p:slideViewPr>
    <p:cSldViewPr snapToGrid="0" snapToObjects="1">
      <p:cViewPr varScale="1">
        <p:scale>
          <a:sx n="124" d="100"/>
          <a:sy n="124" d="100"/>
        </p:scale>
        <p:origin x="-1512" y="-112"/>
      </p:cViewPr>
      <p:guideLst>
        <p:guide orient="horz" pos="2160"/>
        <p:guide pos="2880"/>
      </p:guideLst>
    </p:cSldViewPr>
  </p:slideViewPr>
  <p:notesTextViewPr>
    <p:cViewPr>
      <p:scale>
        <a:sx n="100" d="100"/>
        <a:sy n="100" d="100"/>
      </p:scale>
      <p:origin x="0" y="0"/>
    </p:cViewPr>
  </p:notesTextViewPr>
  <p:gridSpacing cx="76200" cy="76200"/>
</p:viewPr>
</file>

<file path=ppt/_rels/presentation.xml.rels><?xml version='1.0' encoding='UTF-8' standalone='yes'?>
<Relationships xmlns="http://schemas.openxmlformats.org/package/2006/relationships"><Relationship Id="rId1" Type="http://schemas.openxmlformats.org/officeDocument/2006/relationships/slideMaster" Target="slideMasters/slideMaster1.xml"/><Relationship Id="rId2" Type="http://schemas.openxmlformats.org/officeDocument/2006/relationships/printerSettings" Target="printerSettings/printerSettings1.bin"/><Relationship Id="rId3" Type="http://schemas.openxmlformats.org/officeDocument/2006/relationships/presProps" Target="presProps.xml"/><Relationship Id="rId4" Type="http://schemas.openxmlformats.org/officeDocument/2006/relationships/viewProps" Target="viewProps.xml"/><Relationship Id="rId5" Type="http://schemas.openxmlformats.org/officeDocument/2006/relationships/theme" Target="theme/theme1.xml"/><Relationship Id="rId6" Type="http://schemas.openxmlformats.org/officeDocument/2006/relationships/tableStyles" Target="tableStyles.xml"/><Relationship Id="rId7" Type="http://schemas.openxmlformats.org/officeDocument/2006/relationships/slide" Target="slides/slide1.xml"/><Relationship Id="rId8" Type="http://schemas.openxmlformats.org/officeDocument/2006/relationships/slide" Target="slides/slide2.xml"/><Relationship Id="rId9" Type="http://schemas.openxmlformats.org/officeDocument/2006/relationships/slide" Target="slides/slide3.xml"/><Relationship Id="rId10" Type="http://schemas.openxmlformats.org/officeDocument/2006/relationships/slide" Target="slides/slide4.xml"/><Relationship Id="rId11" Type="http://schemas.openxmlformats.org/officeDocument/2006/relationships/slide" Target="slides/slide5.xml"/><Relationship Id="rId12" Type="http://schemas.openxmlformats.org/officeDocument/2006/relationships/slide" Target="slides/slide6.xml"/><Relationship Id="rId13" Type="http://schemas.openxmlformats.org/officeDocument/2006/relationships/slide" Target="slides/slide7.xml"/><Relationship Id="rId14" Type="http://schemas.openxmlformats.org/officeDocument/2006/relationships/slide" Target="slides/slide8.xml"/></Relationship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Title Slide">
    <p:spTree>
      <p:nvGrpSpPr>
        <p:cNvPr id="1" name=""/>
        <p:cNvGrpSpPr/>
        <p:nvPr/>
      </p:nvGrpSpPr>
      <p:grpSpPr>
        <a:xfrm>
          <a:off x="0" y="0"/>
          <a:ext cx="0" cy="0"/>
          <a:chOff x="0" y="0"/>
          <a:chExt cx="0" cy="0"/>
        </a:xfrm>
      </p:grpSpPr>
      <p:sp>
        <p:nvSpPr>
          <p:cNvPr id="2" name="Title 1"/>
          <p:cNvSpPr>
            <a:spLocks noGrp="1"/>
          </p:cNvSpPr>
          <p:nvPr>
            <p:ph type="ctrTitle"/>
          </p:nvPr>
        </p:nvSpPr>
        <p:spPr>
          <a:xfrm>
            <a:off x="685800" y="2130425"/>
            <a:ext cx="7772400" cy="1470025"/>
          </a:xfrm>
        </p:spPr>
        <p:txBody>
          <a:bodyPr/>
          <a:lstStyle/>
          <a:p>
            <a:r>
              <a:rPr lang="en-US" smtClean="0"/>
              <a:t>Click to edit Master title style</a:t>
            </a:r>
            <a:endParaRPr lang="en-US"/>
          </a:p>
        </p:txBody>
      </p:sp>
      <p:sp>
        <p:nvSpPr>
          <p:cNvPr id="3" name="Subtitle 2"/>
          <p:cNvSpPr>
            <a:spLocks noGrp="1"/>
          </p:cNvSpPr>
          <p:nvPr>
            <p:ph type="subTitle" idx="1"/>
          </p:nvPr>
        </p:nvSpPr>
        <p:spPr>
          <a:xfrm>
            <a:off x="1371600" y="3886200"/>
            <a:ext cx="6400800" cy="1752600"/>
          </a:xfrm>
        </p:spPr>
        <p:txBody>
          <a:bodyPr/>
          <a:lstStyle>
            <a:lvl1pPr marL="0" indent="0" algn="ctr">
              <a:buNone/>
              <a:defRPr>
                <a:solidFill>
                  <a:schemeClr val="tx1">
                    <a:tint val="75000"/>
                  </a:schemeClr>
                </a:solidFill>
              </a:defRPr>
            </a:lvl1pPr>
            <a:lvl2pPr marL="457200" indent="0" algn="ctr">
              <a:buNone/>
              <a:defRPr>
                <a:solidFill>
                  <a:schemeClr val="tx1">
                    <a:tint val="75000"/>
                  </a:schemeClr>
                </a:solidFill>
              </a:defRPr>
            </a:lvl2pPr>
            <a:lvl3pPr marL="914400" indent="0" algn="ctr">
              <a:buNone/>
              <a:defRPr>
                <a:solidFill>
                  <a:schemeClr val="tx1">
                    <a:tint val="75000"/>
                  </a:schemeClr>
                </a:solidFill>
              </a:defRPr>
            </a:lvl3pPr>
            <a:lvl4pPr marL="1371600" indent="0" algn="ctr">
              <a:buNone/>
              <a:defRPr>
                <a:solidFill>
                  <a:schemeClr val="tx1">
                    <a:tint val="75000"/>
                  </a:schemeClr>
                </a:solidFill>
              </a:defRPr>
            </a:lvl4pPr>
            <a:lvl5pPr marL="1828800" indent="0" algn="ctr">
              <a:buNone/>
              <a:defRPr>
                <a:solidFill>
                  <a:schemeClr val="tx1">
                    <a:tint val="75000"/>
                  </a:schemeClr>
                </a:solidFill>
              </a:defRPr>
            </a:lvl5pPr>
            <a:lvl6pPr marL="2286000" indent="0" algn="ctr">
              <a:buNone/>
              <a:defRPr>
                <a:solidFill>
                  <a:schemeClr val="tx1">
                    <a:tint val="75000"/>
                  </a:schemeClr>
                </a:solidFill>
              </a:defRPr>
            </a:lvl6pPr>
            <a:lvl7pPr marL="2743200" indent="0" algn="ctr">
              <a:buNone/>
              <a:defRPr>
                <a:solidFill>
                  <a:schemeClr val="tx1">
                    <a:tint val="75000"/>
                  </a:schemeClr>
                </a:solidFill>
              </a:defRPr>
            </a:lvl7pPr>
            <a:lvl8pPr marL="3200400" indent="0" algn="ctr">
              <a:buNone/>
              <a:defRPr>
                <a:solidFill>
                  <a:schemeClr val="tx1">
                    <a:tint val="75000"/>
                  </a:schemeClr>
                </a:solidFill>
              </a:defRPr>
            </a:lvl8pPr>
            <a:lvl9pPr marL="3657600" indent="0" algn="ctr">
              <a:buNone/>
              <a:defRPr>
                <a:solidFill>
                  <a:schemeClr val="tx1">
                    <a:tint val="75000"/>
                  </a:schemeClr>
                </a:solidFill>
              </a:defRPr>
            </a:lvl9pPr>
          </a:lstStyle>
          <a:p>
            <a:r>
              <a:rPr lang="en-US" smtClean="0"/>
              <a:t>Click to edit Master subtitle style</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168075583"/>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Title and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idx="1"/>
          </p:nvPr>
        </p:nvSpPr>
        <p:spPr/>
        <p:txBody>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61431425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Section Header">
    <p:spTree>
      <p:nvGrpSpPr>
        <p:cNvPr id="1" name=""/>
        <p:cNvGrpSpPr/>
        <p:nvPr/>
      </p:nvGrpSpPr>
      <p:grpSpPr>
        <a:xfrm>
          <a:off x="0" y="0"/>
          <a:ext cx="0" cy="0"/>
          <a:chOff x="0" y="0"/>
          <a:chExt cx="0" cy="0"/>
        </a:xfrm>
      </p:grpSpPr>
      <p:sp>
        <p:nvSpPr>
          <p:cNvPr id="2" name="Title 1"/>
          <p:cNvSpPr>
            <a:spLocks noGrp="1"/>
          </p:cNvSpPr>
          <p:nvPr>
            <p:ph type="title"/>
          </p:nvPr>
        </p:nvSpPr>
        <p:spPr>
          <a:xfrm>
            <a:off x="722313" y="4406900"/>
            <a:ext cx="7772400" cy="1362075"/>
          </a:xfrm>
        </p:spPr>
        <p:txBody>
          <a:bodyPr anchor="t"/>
          <a:lstStyle>
            <a:lvl1pPr algn="l">
              <a:defRPr sz="4000" b="1" cap="all"/>
            </a:lvl1pPr>
          </a:lstStyle>
          <a:p>
            <a:r>
              <a:rPr lang="en-US" smtClean="0"/>
              <a:t>Click to edit Master title style</a:t>
            </a:r>
            <a:endParaRPr lang="en-US"/>
          </a:p>
        </p:txBody>
      </p:sp>
      <p:sp>
        <p:nvSpPr>
          <p:cNvPr id="3" name="Text Placeholder 2"/>
          <p:cNvSpPr>
            <a:spLocks noGrp="1"/>
          </p:cNvSpPr>
          <p:nvPr>
            <p:ph type="body" idx="1"/>
          </p:nvPr>
        </p:nvSpPr>
        <p:spPr>
          <a:xfrm>
            <a:off x="722313" y="2906713"/>
            <a:ext cx="7772400" cy="1500187"/>
          </a:xfrm>
        </p:spPr>
        <p:txBody>
          <a:bodyPr anchor="b"/>
          <a:lstStyle>
            <a:lvl1pPr marL="0" indent="0">
              <a:buNone/>
              <a:defRPr sz="2000">
                <a:solidFill>
                  <a:schemeClr val="tx1">
                    <a:tint val="75000"/>
                  </a:schemeClr>
                </a:solidFill>
              </a:defRPr>
            </a:lvl1pPr>
            <a:lvl2pPr marL="457200" indent="0">
              <a:buNone/>
              <a:defRPr sz="1800">
                <a:solidFill>
                  <a:schemeClr val="tx1">
                    <a:tint val="75000"/>
                  </a:schemeClr>
                </a:solidFill>
              </a:defRPr>
            </a:lvl2pPr>
            <a:lvl3pPr marL="914400" indent="0">
              <a:buNone/>
              <a:defRPr sz="1600">
                <a:solidFill>
                  <a:schemeClr val="tx1">
                    <a:tint val="75000"/>
                  </a:schemeClr>
                </a:solidFill>
              </a:defRPr>
            </a:lvl3pPr>
            <a:lvl4pPr marL="1371600" indent="0">
              <a:buNone/>
              <a:defRPr sz="1400">
                <a:solidFill>
                  <a:schemeClr val="tx1">
                    <a:tint val="75000"/>
                  </a:schemeClr>
                </a:solidFill>
              </a:defRPr>
            </a:lvl4pPr>
            <a:lvl5pPr marL="1828800" indent="0">
              <a:buNone/>
              <a:defRPr sz="1400">
                <a:solidFill>
                  <a:schemeClr val="tx1">
                    <a:tint val="75000"/>
                  </a:schemeClr>
                </a:solidFill>
              </a:defRPr>
            </a:lvl5pPr>
            <a:lvl6pPr marL="2286000" indent="0">
              <a:buNone/>
              <a:defRPr sz="1400">
                <a:solidFill>
                  <a:schemeClr val="tx1">
                    <a:tint val="75000"/>
                  </a:schemeClr>
                </a:solidFill>
              </a:defRPr>
            </a:lvl6pPr>
            <a:lvl7pPr marL="2743200" indent="0">
              <a:buNone/>
              <a:defRPr sz="1400">
                <a:solidFill>
                  <a:schemeClr val="tx1">
                    <a:tint val="75000"/>
                  </a:schemeClr>
                </a:solidFill>
              </a:defRPr>
            </a:lvl7pPr>
            <a:lvl8pPr marL="3200400" indent="0">
              <a:buNone/>
              <a:defRPr sz="1400">
                <a:solidFill>
                  <a:schemeClr val="tx1">
                    <a:tint val="75000"/>
                  </a:schemeClr>
                </a:solidFill>
              </a:defRPr>
            </a:lvl8pPr>
            <a:lvl9pPr marL="3657600" indent="0">
              <a:buNone/>
              <a:defRPr sz="1400">
                <a:solidFill>
                  <a:schemeClr val="tx1">
                    <a:tint val="75000"/>
                  </a:schemeClr>
                </a:solidFill>
              </a:defRPr>
            </a:lvl9pPr>
          </a:lstStyle>
          <a:p>
            <a:pPr lvl="0"/>
            <a:r>
              <a:rPr lang="en-US" smtClean="0"/>
              <a:t>Click to edit Master text styles</a:t>
            </a:r>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60648375"/>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Two Conten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Content Placeholder 2"/>
          <p:cNvSpPr>
            <a:spLocks noGrp="1"/>
          </p:cNvSpPr>
          <p:nvPr>
            <p:ph sz="half" idx="1"/>
          </p:nvPr>
        </p:nvSpPr>
        <p:spPr>
          <a:xfrm>
            <a:off x="457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Content Placeholder 3"/>
          <p:cNvSpPr>
            <a:spLocks noGrp="1"/>
          </p:cNvSpPr>
          <p:nvPr>
            <p:ph sz="half" idx="2"/>
          </p:nvPr>
        </p:nvSpPr>
        <p:spPr>
          <a:xfrm>
            <a:off x="4648200" y="1600200"/>
            <a:ext cx="4038600" cy="4525963"/>
          </a:xfrm>
        </p:spPr>
        <p:txBody>
          <a:bodyPr/>
          <a:lstStyle>
            <a:lvl1pPr>
              <a:defRPr sz="2800"/>
            </a:lvl1pPr>
            <a:lvl2pPr>
              <a:defRPr sz="2400"/>
            </a:lvl2pPr>
            <a:lvl3pPr>
              <a:defRPr sz="2000"/>
            </a:lvl3pPr>
            <a:lvl4pPr>
              <a:defRPr sz="1800"/>
            </a:lvl4pPr>
            <a:lvl5pPr>
              <a:defRPr sz="1800"/>
            </a:lvl5pPr>
            <a:lvl6pPr>
              <a:defRPr sz="1800"/>
            </a:lvl6pPr>
            <a:lvl7pPr>
              <a:defRPr sz="1800"/>
            </a:lvl7pPr>
            <a:lvl8pPr>
              <a:defRPr sz="1800"/>
            </a:lvl8pPr>
            <a:lvl9pPr>
              <a:defRPr sz="18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78224494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Comparison">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lvl1pPr>
              <a:defRPr/>
            </a:lvl1pPr>
          </a:lstStyle>
          <a:p>
            <a:r>
              <a:rPr lang="en-US" smtClean="0"/>
              <a:t>Click to edit Master title style</a:t>
            </a:r>
            <a:endParaRPr lang="en-US"/>
          </a:p>
        </p:txBody>
      </p:sp>
      <p:sp>
        <p:nvSpPr>
          <p:cNvPr id="3" name="Text Placeholder 2"/>
          <p:cNvSpPr>
            <a:spLocks noGrp="1"/>
          </p:cNvSpPr>
          <p:nvPr>
            <p:ph type="body" idx="1"/>
          </p:nvPr>
        </p:nvSpPr>
        <p:spPr>
          <a:xfrm>
            <a:off x="457200" y="1535113"/>
            <a:ext cx="4040188"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4" name="Content Placeholder 3"/>
          <p:cNvSpPr>
            <a:spLocks noGrp="1"/>
          </p:cNvSpPr>
          <p:nvPr>
            <p:ph sz="half" idx="2"/>
          </p:nvPr>
        </p:nvSpPr>
        <p:spPr>
          <a:xfrm>
            <a:off x="457200" y="2174875"/>
            <a:ext cx="4040188"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5" name="Text Placeholder 4"/>
          <p:cNvSpPr>
            <a:spLocks noGrp="1"/>
          </p:cNvSpPr>
          <p:nvPr>
            <p:ph type="body" sz="quarter" idx="3"/>
          </p:nvPr>
        </p:nvSpPr>
        <p:spPr>
          <a:xfrm>
            <a:off x="4645025" y="1535113"/>
            <a:ext cx="4041775" cy="63976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en-US" smtClean="0"/>
              <a:t>Click to edit Master text styles</a:t>
            </a:r>
          </a:p>
        </p:txBody>
      </p:sp>
      <p:sp>
        <p:nvSpPr>
          <p:cNvPr id="6" name="Content Placeholder 5"/>
          <p:cNvSpPr>
            <a:spLocks noGrp="1"/>
          </p:cNvSpPr>
          <p:nvPr>
            <p:ph sz="quarter" idx="4"/>
          </p:nvPr>
        </p:nvSpPr>
        <p:spPr>
          <a:xfrm>
            <a:off x="4645025" y="2174875"/>
            <a:ext cx="4041775" cy="3951288"/>
          </a:xfrm>
        </p:spPr>
        <p:txBody>
          <a:bodyPr/>
          <a:lstStyle>
            <a:lvl1pPr>
              <a:defRPr sz="2400"/>
            </a:lvl1pPr>
            <a:lvl2pPr>
              <a:defRPr sz="2000"/>
            </a:lvl2pPr>
            <a:lvl3pPr>
              <a:defRPr sz="1800"/>
            </a:lvl3pPr>
            <a:lvl4pPr>
              <a:defRPr sz="1600"/>
            </a:lvl4pPr>
            <a:lvl5pPr>
              <a:defRPr sz="1600"/>
            </a:lvl5pPr>
            <a:lvl6pPr>
              <a:defRPr sz="1600"/>
            </a:lvl6pPr>
            <a:lvl7pPr>
              <a:defRPr sz="1600"/>
            </a:lvl7pPr>
            <a:lvl8pPr>
              <a:defRPr sz="1600"/>
            </a:lvl8pPr>
            <a:lvl9pPr>
              <a:defRPr sz="16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7" name="Date Placeholder 6"/>
          <p:cNvSpPr>
            <a:spLocks noGrp="1"/>
          </p:cNvSpPr>
          <p:nvPr>
            <p:ph type="dt" sz="half" idx="10"/>
          </p:nvPr>
        </p:nvSpPr>
        <p:spPr/>
        <p:txBody>
          <a:bodyPr/>
          <a:lstStyle/>
          <a:p>
            <a:fld id="{5BCAD085-E8A6-8845-BD4E-CB4CCA059FC4}" type="datetimeFigureOut">
              <a:rPr lang="en-US" smtClean="0"/>
              <a:t>1/27/13</a:t>
            </a:fld>
            <a:endParaRPr lang="en-US"/>
          </a:p>
        </p:txBody>
      </p:sp>
      <p:sp>
        <p:nvSpPr>
          <p:cNvPr id="8" name="Footer Placeholder 7"/>
          <p:cNvSpPr>
            <a:spLocks noGrp="1"/>
          </p:cNvSpPr>
          <p:nvPr>
            <p:ph type="ftr" sz="quarter" idx="11"/>
          </p:nvPr>
        </p:nvSpPr>
        <p:spPr/>
        <p:txBody>
          <a:bodyPr/>
          <a:lstStyle/>
          <a:p>
            <a:endParaRPr lang="en-US"/>
          </a:p>
        </p:txBody>
      </p:sp>
      <p:sp>
        <p:nvSpPr>
          <p:cNvPr id="9" name="Slide Number Placeholder 8"/>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990158736"/>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Title Only">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Date Placeholder 2"/>
          <p:cNvSpPr>
            <a:spLocks noGrp="1"/>
          </p:cNvSpPr>
          <p:nvPr>
            <p:ph type="dt" sz="half" idx="10"/>
          </p:nvPr>
        </p:nvSpPr>
        <p:spPr/>
        <p:txBody>
          <a:bodyPr/>
          <a:lstStyle/>
          <a:p>
            <a:fld id="{5BCAD085-E8A6-8845-BD4E-CB4CCA059FC4}" type="datetimeFigureOut">
              <a:rPr lang="en-US" smtClean="0"/>
              <a:t>1/27/13</a:t>
            </a:fld>
            <a:endParaRPr lang="en-US"/>
          </a:p>
        </p:txBody>
      </p:sp>
      <p:sp>
        <p:nvSpPr>
          <p:cNvPr id="4" name="Footer Placeholder 3"/>
          <p:cNvSpPr>
            <a:spLocks noGrp="1"/>
          </p:cNvSpPr>
          <p:nvPr>
            <p:ph type="ftr" sz="quarter" idx="11"/>
          </p:nvPr>
        </p:nvSpPr>
        <p:spPr/>
        <p:txBody>
          <a:bodyPr/>
          <a:lstStyle/>
          <a:p>
            <a:endParaRPr lang="en-US"/>
          </a:p>
        </p:txBody>
      </p:sp>
      <p:sp>
        <p:nvSpPr>
          <p:cNvPr id="5" name="Slide Number Placeholder 4"/>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727027711"/>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Blank">
    <p:spTree>
      <p:nvGrpSpPr>
        <p:cNvPr id="1" name=""/>
        <p:cNvGrpSpPr/>
        <p:nvPr/>
      </p:nvGrpSpPr>
      <p:grpSpPr>
        <a:xfrm>
          <a:off x="0" y="0"/>
          <a:ext cx="0" cy="0"/>
          <a:chOff x="0" y="0"/>
          <a:chExt cx="0" cy="0"/>
        </a:xfrm>
      </p:grpSpPr>
      <p:sp>
        <p:nvSpPr>
          <p:cNvPr id="2" name="Date Placeholder 1"/>
          <p:cNvSpPr>
            <a:spLocks noGrp="1"/>
          </p:cNvSpPr>
          <p:nvPr>
            <p:ph type="dt" sz="half" idx="10"/>
          </p:nvPr>
        </p:nvSpPr>
        <p:spPr/>
        <p:txBody>
          <a:bodyPr/>
          <a:lstStyle/>
          <a:p>
            <a:fld id="{5BCAD085-E8A6-8845-BD4E-CB4CCA059FC4}" type="datetimeFigureOut">
              <a:rPr lang="en-US" smtClean="0"/>
              <a:t>1/27/13</a:t>
            </a:fld>
            <a:endParaRPr lang="en-US"/>
          </a:p>
        </p:txBody>
      </p:sp>
      <p:sp>
        <p:nvSpPr>
          <p:cNvPr id="3" name="Footer Placeholder 2"/>
          <p:cNvSpPr>
            <a:spLocks noGrp="1"/>
          </p:cNvSpPr>
          <p:nvPr>
            <p:ph type="ftr" sz="quarter" idx="11"/>
          </p:nvPr>
        </p:nvSpPr>
        <p:spPr/>
        <p:txBody>
          <a:bodyPr/>
          <a:lstStyle/>
          <a:p>
            <a:endParaRPr lang="en-US"/>
          </a:p>
        </p:txBody>
      </p:sp>
      <p:sp>
        <p:nvSpPr>
          <p:cNvPr id="4" name="Slide Number Placeholder 3"/>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212999818"/>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Content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457200" y="273050"/>
            <a:ext cx="3008313" cy="1162050"/>
          </a:xfrm>
        </p:spPr>
        <p:txBody>
          <a:bodyPr anchor="b"/>
          <a:lstStyle>
            <a:lvl1pPr algn="l">
              <a:defRPr sz="2000" b="1"/>
            </a:lvl1pPr>
          </a:lstStyle>
          <a:p>
            <a:r>
              <a:rPr lang="en-US" smtClean="0"/>
              <a:t>Click to edit Master title style</a:t>
            </a:r>
            <a:endParaRPr lang="en-US"/>
          </a:p>
        </p:txBody>
      </p:sp>
      <p:sp>
        <p:nvSpPr>
          <p:cNvPr id="3" name="Content Placeholder 2"/>
          <p:cNvSpPr>
            <a:spLocks noGrp="1"/>
          </p:cNvSpPr>
          <p:nvPr>
            <p:ph idx="1"/>
          </p:nvPr>
        </p:nvSpPr>
        <p:spPr>
          <a:xfrm>
            <a:off x="3575050" y="273050"/>
            <a:ext cx="5111750" cy="5853113"/>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Text Placeholder 3"/>
          <p:cNvSpPr>
            <a:spLocks noGrp="1"/>
          </p:cNvSpPr>
          <p:nvPr>
            <p:ph type="body" sz="half" idx="2"/>
          </p:nvPr>
        </p:nvSpPr>
        <p:spPr>
          <a:xfrm>
            <a:off x="457200" y="1435100"/>
            <a:ext cx="3008313" cy="4691063"/>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1840726560"/>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Picture with Caption">
    <p:spTree>
      <p:nvGrpSpPr>
        <p:cNvPr id="1" name=""/>
        <p:cNvGrpSpPr/>
        <p:nvPr/>
      </p:nvGrpSpPr>
      <p:grpSpPr>
        <a:xfrm>
          <a:off x="0" y="0"/>
          <a:ext cx="0" cy="0"/>
          <a:chOff x="0" y="0"/>
          <a:chExt cx="0" cy="0"/>
        </a:xfrm>
      </p:grpSpPr>
      <p:sp>
        <p:nvSpPr>
          <p:cNvPr id="2" name="Title 1"/>
          <p:cNvSpPr>
            <a:spLocks noGrp="1"/>
          </p:cNvSpPr>
          <p:nvPr>
            <p:ph type="title"/>
          </p:nvPr>
        </p:nvSpPr>
        <p:spPr>
          <a:xfrm>
            <a:off x="1792288" y="4800600"/>
            <a:ext cx="5486400" cy="566738"/>
          </a:xfrm>
        </p:spPr>
        <p:txBody>
          <a:bodyPr anchor="b"/>
          <a:lstStyle>
            <a:lvl1pPr algn="l">
              <a:defRPr sz="2000" b="1"/>
            </a:lvl1pPr>
          </a:lstStyle>
          <a:p>
            <a:r>
              <a:rPr lang="en-US" smtClean="0"/>
              <a:t>Click to edit Master title style</a:t>
            </a:r>
            <a:endParaRPr lang="en-US"/>
          </a:p>
        </p:txBody>
      </p:sp>
      <p:sp>
        <p:nvSpPr>
          <p:cNvPr id="3" name="Picture Placeholder 2"/>
          <p:cNvSpPr>
            <a:spLocks noGrp="1"/>
          </p:cNvSpPr>
          <p:nvPr>
            <p:ph type="pic" idx="1"/>
          </p:nvPr>
        </p:nvSpPr>
        <p:spPr>
          <a:xfrm>
            <a:off x="1792288" y="612775"/>
            <a:ext cx="5486400" cy="4114800"/>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US"/>
          </a:p>
        </p:txBody>
      </p:sp>
      <p:sp>
        <p:nvSpPr>
          <p:cNvPr id="4" name="Text Placeholder 3"/>
          <p:cNvSpPr>
            <a:spLocks noGrp="1"/>
          </p:cNvSpPr>
          <p:nvPr>
            <p:ph type="body" sz="half" idx="2"/>
          </p:nvPr>
        </p:nvSpPr>
        <p:spPr>
          <a:xfrm>
            <a:off x="1792288" y="5367338"/>
            <a:ext cx="5486400" cy="804862"/>
          </a:xfrm>
        </p:spPr>
        <p:txBody>
          <a:bodyPr/>
          <a:lstStyle>
            <a:lvl1pPr marL="0" indent="0">
              <a:buNone/>
              <a:defRPr sz="1400"/>
            </a:lvl1pPr>
            <a:lvl2pPr marL="457200" indent="0">
              <a:buNone/>
              <a:defRPr sz="1200"/>
            </a:lvl2pPr>
            <a:lvl3pPr marL="914400" indent="0">
              <a:buNone/>
              <a:defRPr sz="1000"/>
            </a:lvl3pPr>
            <a:lvl4pPr marL="1371600" indent="0">
              <a:buNone/>
              <a:defRPr sz="900"/>
            </a:lvl4pPr>
            <a:lvl5pPr marL="1828800" indent="0">
              <a:buNone/>
              <a:defRPr sz="900"/>
            </a:lvl5pPr>
            <a:lvl6pPr marL="2286000" indent="0">
              <a:buNone/>
              <a:defRPr sz="900"/>
            </a:lvl6pPr>
            <a:lvl7pPr marL="2743200" indent="0">
              <a:buNone/>
              <a:defRPr sz="900"/>
            </a:lvl7pPr>
            <a:lvl8pPr marL="3200400" indent="0">
              <a:buNone/>
              <a:defRPr sz="900"/>
            </a:lvl8pPr>
            <a:lvl9pPr marL="3657600" indent="0">
              <a:buNone/>
              <a:defRPr sz="900"/>
            </a:lvl9pPr>
          </a:lstStyle>
          <a:p>
            <a:pPr lvl="0"/>
            <a:r>
              <a:rPr lang="en-US" smtClean="0"/>
              <a:t>Click to edit Master text styles</a:t>
            </a:r>
          </a:p>
        </p:txBody>
      </p:sp>
      <p:sp>
        <p:nvSpPr>
          <p:cNvPr id="5" name="Date Placeholder 4"/>
          <p:cNvSpPr>
            <a:spLocks noGrp="1"/>
          </p:cNvSpPr>
          <p:nvPr>
            <p:ph type="dt" sz="half" idx="10"/>
          </p:nvPr>
        </p:nvSpPr>
        <p:spPr/>
        <p:txBody>
          <a:bodyPr/>
          <a:lstStyle/>
          <a:p>
            <a:fld id="{5BCAD085-E8A6-8845-BD4E-CB4CCA059FC4}" type="datetimeFigureOut">
              <a:rPr lang="en-US" smtClean="0"/>
              <a:t>1/27/13</a:t>
            </a:fld>
            <a:endParaRPr lang="en-US"/>
          </a:p>
        </p:txBody>
      </p:sp>
      <p:sp>
        <p:nvSpPr>
          <p:cNvPr id="6" name="Footer Placeholder 5"/>
          <p:cNvSpPr>
            <a:spLocks noGrp="1"/>
          </p:cNvSpPr>
          <p:nvPr>
            <p:ph type="ftr" sz="quarter" idx="11"/>
          </p:nvPr>
        </p:nvSpPr>
        <p:spPr/>
        <p:txBody>
          <a:bodyPr/>
          <a:lstStyle/>
          <a:p>
            <a:endParaRPr lang="en-US"/>
          </a:p>
        </p:txBody>
      </p:sp>
      <p:sp>
        <p:nvSpPr>
          <p:cNvPr id="7" name="Slide Number Placeholder 6"/>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889236939"/>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Title and Vertical Text">
    <p:spTree>
      <p:nvGrpSpPr>
        <p:cNvPr id="1" name=""/>
        <p:cNvGrpSpPr/>
        <p:nvPr/>
      </p:nvGrpSpPr>
      <p:grpSpPr>
        <a:xfrm>
          <a:off x="0" y="0"/>
          <a:ext cx="0" cy="0"/>
          <a:chOff x="0" y="0"/>
          <a:chExt cx="0" cy="0"/>
        </a:xfrm>
      </p:grpSpPr>
      <p:sp>
        <p:nvSpPr>
          <p:cNvPr id="2" name="Title 1"/>
          <p:cNvSpPr>
            <a:spLocks noGrp="1"/>
          </p:cNvSpPr>
          <p:nvPr>
            <p:ph type="title"/>
          </p:nvPr>
        </p:nvSpPr>
        <p:spPr/>
        <p:txBody>
          <a:bodyPr/>
          <a:lstStyle/>
          <a:p>
            <a:r>
              <a:rPr lang="en-US" smtClean="0"/>
              <a:t>Click to edit Master title style</a:t>
            </a:r>
            <a:endParaRPr lang="en-US"/>
          </a:p>
        </p:txBody>
      </p:sp>
      <p:sp>
        <p:nvSpPr>
          <p:cNvPr id="3" name="Vertical Text Placeholder 2"/>
          <p:cNvSpPr>
            <a:spLocks noGrp="1"/>
          </p:cNvSpPr>
          <p:nvPr>
            <p:ph type="body" orient="vert" idx="1"/>
          </p:nvPr>
        </p:nvSpPr>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2910927964"/>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Vertical Title and Text">
    <p:spTree>
      <p:nvGrpSpPr>
        <p:cNvPr id="1" name=""/>
        <p:cNvGrpSpPr/>
        <p:nvPr/>
      </p:nvGrpSpPr>
      <p:grpSpPr>
        <a:xfrm>
          <a:off x="0" y="0"/>
          <a:ext cx="0" cy="0"/>
          <a:chOff x="0" y="0"/>
          <a:chExt cx="0" cy="0"/>
        </a:xfrm>
      </p:grpSpPr>
      <p:sp>
        <p:nvSpPr>
          <p:cNvPr id="2" name="Vertical Title 1"/>
          <p:cNvSpPr>
            <a:spLocks noGrp="1"/>
          </p:cNvSpPr>
          <p:nvPr>
            <p:ph type="title" orient="vert"/>
          </p:nvPr>
        </p:nvSpPr>
        <p:spPr>
          <a:xfrm>
            <a:off x="6629400" y="274638"/>
            <a:ext cx="2057400" cy="5851525"/>
          </a:xfrm>
        </p:spPr>
        <p:txBody>
          <a:bodyPr vert="eaVert"/>
          <a:lstStyle/>
          <a:p>
            <a:r>
              <a:rPr lang="en-US" smtClean="0"/>
              <a:t>Click to edit Master title style</a:t>
            </a:r>
            <a:endParaRPr lang="en-US"/>
          </a:p>
        </p:txBody>
      </p:sp>
      <p:sp>
        <p:nvSpPr>
          <p:cNvPr id="3" name="Vertical Text Placeholder 2"/>
          <p:cNvSpPr>
            <a:spLocks noGrp="1"/>
          </p:cNvSpPr>
          <p:nvPr>
            <p:ph type="body" orient="vert" idx="1"/>
          </p:nvPr>
        </p:nvSpPr>
        <p:spPr>
          <a:xfrm>
            <a:off x="457200" y="274638"/>
            <a:ext cx="6019800" cy="5851525"/>
          </a:xfrm>
        </p:spPr>
        <p:txBody>
          <a:bodyPr vert="eaVert"/>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10"/>
          </p:nvPr>
        </p:nvSpPr>
        <p:spPr/>
        <p:txBody>
          <a:bodyPr/>
          <a:lstStyle/>
          <a:p>
            <a:fld id="{5BCAD085-E8A6-8845-BD4E-CB4CCA059FC4}" type="datetimeFigureOut">
              <a:rPr lang="en-US" smtClean="0"/>
              <a:t>1/27/13</a:t>
            </a:fld>
            <a:endParaRPr lang="en-US"/>
          </a:p>
        </p:txBody>
      </p:sp>
      <p:sp>
        <p:nvSpPr>
          <p:cNvPr id="5" name="Footer Placeholder 4"/>
          <p:cNvSpPr>
            <a:spLocks noGrp="1"/>
          </p:cNvSpPr>
          <p:nvPr>
            <p:ph type="ftr" sz="quarter" idx="11"/>
          </p:nvPr>
        </p:nvSpPr>
        <p:spPr/>
        <p:txBody>
          <a:bodyPr/>
          <a:lstStyle/>
          <a:p>
            <a:endParaRPr lang="en-US"/>
          </a:p>
        </p:txBody>
      </p:sp>
      <p:sp>
        <p:nvSpPr>
          <p:cNvPr id="6" name="Slide Number Placeholder 5"/>
          <p:cNvSpPr>
            <a:spLocks noGrp="1"/>
          </p:cNvSpPr>
          <p:nvPr>
            <p:ph type="sldNum" sz="quarter" idx="12"/>
          </p:nvPr>
        </p:nvSpPr>
        <p:spPr/>
        <p:txBody>
          <a:bodyPr/>
          <a:lstStyle/>
          <a:p>
            <a:fld id="{C1FF6DA9-008F-8B48-92A6-B652298478BF}" type="slidenum">
              <a:rPr lang="en-US" smtClean="0"/>
              <a:t>‹#›</a:t>
            </a:fld>
            <a:endParaRPr lang="en-US"/>
          </a:p>
        </p:txBody>
      </p:sp>
    </p:spTree>
    <p:extLst>
      <p:ext uri="{BB962C8B-B14F-4D97-AF65-F5344CB8AC3E}">
        <p14:creationId xmlns:p14="http://schemas.microsoft.com/office/powerpoint/2010/main" val="3612223792"/>
      </p:ext>
    </p:extLst>
  </p:cSld>
  <p:clrMapOvr>
    <a:masterClrMapping/>
  </p:clrMapOvr>
</p:sldLayout>
</file>

<file path=ppt/slideMasters/_rels/slideMaster1.xml.rels><?xml version='1.0' encoding='UTF-8' standalone='yes'?>
<Relationships xmlns="http://schemas.openxmlformats.org/package/2006/relationships"><Relationship Id="rId1" Type="http://schemas.openxmlformats.org/officeDocument/2006/relationships/slideLayout" Target="../slideLayouts/slideLayout1.xml"/><Relationship Id="rId2" Type="http://schemas.openxmlformats.org/officeDocument/2006/relationships/slideLayout" Target="../slideLayouts/slideLayout2.xml"/><Relationship Id="rId3" Type="http://schemas.openxmlformats.org/officeDocument/2006/relationships/slideLayout" Target="../slideLayouts/slideLayout3.xml"/><Relationship Id="rId4" Type="http://schemas.openxmlformats.org/officeDocument/2006/relationships/slideLayout" Target="../slideLayouts/slideLayout4.xml"/><Relationship Id="rId5" Type="http://schemas.openxmlformats.org/officeDocument/2006/relationships/slideLayout" Target="../slideLayouts/slideLayout5.xml"/><Relationship Id="rId6" Type="http://schemas.openxmlformats.org/officeDocument/2006/relationships/slideLayout" Target="../slideLayouts/slideLayout6.xml"/><Relationship Id="rId7" Type="http://schemas.openxmlformats.org/officeDocument/2006/relationships/slideLayout" Target="../slideLayouts/slideLayout7.xml"/><Relationship Id="rId8" Type="http://schemas.openxmlformats.org/officeDocument/2006/relationships/slideLayout" Target="../slideLayouts/slideLayout8.xml"/><Relationship Id="rId9" Type="http://schemas.openxmlformats.org/officeDocument/2006/relationships/slideLayout" Target="../slideLayouts/slideLayout9.xml"/><Relationship Id="rId10" Type="http://schemas.openxmlformats.org/officeDocument/2006/relationships/slideLayout" Target="../slideLayouts/slideLayout10.xml"/><Relationship Id="rId11" Type="http://schemas.openxmlformats.org/officeDocument/2006/relationships/slideLayout" Target="../slideLayouts/slideLayout11.xml"/><Relationship Id="rId12" Type="http://schemas.openxmlformats.org/officeDocument/2006/relationships/theme" Target="../theme/theme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Title Placeholder 1"/>
          <p:cNvSpPr>
            <a:spLocks noGrp="1"/>
          </p:cNvSpPr>
          <p:nvPr>
            <p:ph type="title"/>
          </p:nvPr>
        </p:nvSpPr>
        <p:spPr>
          <a:xfrm>
            <a:off x="457200" y="274638"/>
            <a:ext cx="8229600" cy="1143000"/>
          </a:xfrm>
          <a:prstGeom prst="rect">
            <a:avLst/>
          </a:prstGeom>
        </p:spPr>
        <p:txBody>
          <a:bodyPr vert="horz" lIns="91440" tIns="45720" rIns="91440" bIns="45720" rtlCol="0" anchor="ctr">
            <a:normAutofit/>
          </a:bodyPr>
          <a:lstStyle/>
          <a:p>
            <a:r>
              <a:rPr lang="en-US" smtClean="0"/>
              <a:t>Click to edit Master title style</a:t>
            </a:r>
            <a:endParaRPr lang="en-US"/>
          </a:p>
        </p:txBody>
      </p:sp>
      <p:sp>
        <p:nvSpPr>
          <p:cNvPr id="3" name="Text Placeholder 2"/>
          <p:cNvSpPr>
            <a:spLocks noGrp="1"/>
          </p:cNvSpPr>
          <p:nvPr>
            <p:ph type="body" idx="1"/>
          </p:nvPr>
        </p:nvSpPr>
        <p:spPr>
          <a:xfrm>
            <a:off x="457200" y="1600200"/>
            <a:ext cx="8229600" cy="4525963"/>
          </a:xfrm>
          <a:prstGeom prst="rect">
            <a:avLst/>
          </a:prstGeom>
        </p:spPr>
        <p:txBody>
          <a:bodyPr vert="horz" lIns="91440" tIns="45720" rIns="91440" bIns="45720" rtlCol="0">
            <a:normAutofit/>
          </a:bodyPr>
          <a:lstStyle/>
          <a:p>
            <a:pPr lvl="0"/>
            <a:r>
              <a:rPr lang="en-US" smtClean="0"/>
              <a:t>Click to edit Master text styles</a:t>
            </a:r>
          </a:p>
          <a:p>
            <a:pPr lvl="1"/>
            <a:r>
              <a:rPr lang="en-US" smtClean="0"/>
              <a:t>Second level</a:t>
            </a:r>
          </a:p>
          <a:p>
            <a:pPr lvl="2"/>
            <a:r>
              <a:rPr lang="en-US" smtClean="0"/>
              <a:t>Third level</a:t>
            </a:r>
          </a:p>
          <a:p>
            <a:pPr lvl="3"/>
            <a:r>
              <a:rPr lang="en-US" smtClean="0"/>
              <a:t>Fourth level</a:t>
            </a:r>
          </a:p>
          <a:p>
            <a:pPr lvl="4"/>
            <a:r>
              <a:rPr lang="en-US" smtClean="0"/>
              <a:t>Fifth level</a:t>
            </a:r>
            <a:endParaRPr lang="en-US"/>
          </a:p>
        </p:txBody>
      </p:sp>
      <p:sp>
        <p:nvSpPr>
          <p:cNvPr id="4" name="Date Placeholder 3"/>
          <p:cNvSpPr>
            <a:spLocks noGrp="1"/>
          </p:cNvSpPr>
          <p:nvPr>
            <p:ph type="dt" sz="half" idx="2"/>
          </p:nvPr>
        </p:nvSpPr>
        <p:spPr>
          <a:xfrm>
            <a:off x="457200" y="6356350"/>
            <a:ext cx="21336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5BCAD085-E8A6-8845-BD4E-CB4CCA059FC4}" type="datetimeFigureOut">
              <a:rPr lang="en-US" smtClean="0"/>
              <a:t>1/27/13</a:t>
            </a:fld>
            <a:endParaRPr lang="en-US"/>
          </a:p>
        </p:txBody>
      </p:sp>
      <p:sp>
        <p:nvSpPr>
          <p:cNvPr id="5" name="Footer Placeholder 4"/>
          <p:cNvSpPr>
            <a:spLocks noGrp="1"/>
          </p:cNvSpPr>
          <p:nvPr>
            <p:ph type="ftr" sz="quarter" idx="3"/>
          </p:nvPr>
        </p:nvSpPr>
        <p:spPr>
          <a:xfrm>
            <a:off x="3124200" y="6356350"/>
            <a:ext cx="28956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US"/>
          </a:p>
        </p:txBody>
      </p:sp>
      <p:sp>
        <p:nvSpPr>
          <p:cNvPr id="6" name="Slide Number Placeholder 5"/>
          <p:cNvSpPr>
            <a:spLocks noGrp="1"/>
          </p:cNvSpPr>
          <p:nvPr>
            <p:ph type="sldNum" sz="quarter" idx="4"/>
          </p:nvPr>
        </p:nvSpPr>
        <p:spPr>
          <a:xfrm>
            <a:off x="6553200" y="6356350"/>
            <a:ext cx="21336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1FF6DA9-008F-8B48-92A6-B652298478BF}" type="slidenum">
              <a:rPr lang="en-US" smtClean="0"/>
              <a:t>‹#›</a:t>
            </a:fld>
            <a:endParaRPr lang="en-US"/>
          </a:p>
        </p:txBody>
      </p:sp>
    </p:spTree>
    <p:extLst>
      <p:ext uri="{BB962C8B-B14F-4D97-AF65-F5344CB8AC3E}">
        <p14:creationId xmlns:p14="http://schemas.microsoft.com/office/powerpoint/2010/main" val="2209977519"/>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txStyles>
    <p:titleStyle>
      <a:lvl1pPr algn="ctr" defTabSz="4572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457200" rtl="0" eaLnBrk="1" latinLnBrk="0" hangingPunct="1">
        <a:spcBef>
          <a:spcPct val="20000"/>
        </a:spcBef>
        <a:buFont typeface="Arial"/>
        <a:buChar char="•"/>
        <a:defRPr sz="3200" kern="1200">
          <a:solidFill>
            <a:schemeClr val="tx1"/>
          </a:solidFill>
          <a:latin typeface="+mn-lt"/>
          <a:ea typeface="+mn-ea"/>
          <a:cs typeface="+mn-cs"/>
        </a:defRPr>
      </a:lvl1pPr>
      <a:lvl2pPr marL="742950" indent="-285750" algn="l" defTabSz="457200" rtl="0" eaLnBrk="1" latinLnBrk="0" hangingPunct="1">
        <a:spcBef>
          <a:spcPct val="20000"/>
        </a:spcBef>
        <a:buFont typeface="Arial"/>
        <a:buChar char="–"/>
        <a:defRPr sz="2800" kern="1200">
          <a:solidFill>
            <a:schemeClr val="tx1"/>
          </a:solidFill>
          <a:latin typeface="+mn-lt"/>
          <a:ea typeface="+mn-ea"/>
          <a:cs typeface="+mn-cs"/>
        </a:defRPr>
      </a:lvl2pPr>
      <a:lvl3pPr marL="1143000" indent="-228600" algn="l" defTabSz="457200" rtl="0" eaLnBrk="1" latinLnBrk="0" hangingPunct="1">
        <a:spcBef>
          <a:spcPct val="20000"/>
        </a:spcBef>
        <a:buFont typeface="Arial"/>
        <a:buChar char="•"/>
        <a:defRPr sz="2400" kern="1200">
          <a:solidFill>
            <a:schemeClr val="tx1"/>
          </a:solidFill>
          <a:latin typeface="+mn-lt"/>
          <a:ea typeface="+mn-ea"/>
          <a:cs typeface="+mn-cs"/>
        </a:defRPr>
      </a:lvl3pPr>
      <a:lvl4pPr marL="1600200" indent="-228600" algn="l" defTabSz="457200" rtl="0" eaLnBrk="1" latinLnBrk="0" hangingPunct="1">
        <a:spcBef>
          <a:spcPct val="20000"/>
        </a:spcBef>
        <a:buFont typeface="Arial"/>
        <a:buChar char="–"/>
        <a:defRPr sz="2000" kern="1200">
          <a:solidFill>
            <a:schemeClr val="tx1"/>
          </a:solidFill>
          <a:latin typeface="+mn-lt"/>
          <a:ea typeface="+mn-ea"/>
          <a:cs typeface="+mn-cs"/>
        </a:defRPr>
      </a:lvl4pPr>
      <a:lvl5pPr marL="2057400" indent="-228600" algn="l" defTabSz="457200" rtl="0" eaLnBrk="1" latinLnBrk="0" hangingPunct="1">
        <a:spcBef>
          <a:spcPct val="20000"/>
        </a:spcBef>
        <a:buFont typeface="Arial"/>
        <a:buChar char="»"/>
        <a:defRPr sz="2000" kern="1200">
          <a:solidFill>
            <a:schemeClr val="tx1"/>
          </a:solidFill>
          <a:latin typeface="+mn-lt"/>
          <a:ea typeface="+mn-ea"/>
          <a:cs typeface="+mn-cs"/>
        </a:defRPr>
      </a:lvl5pPr>
      <a:lvl6pPr marL="2514600" indent="-228600" algn="l" defTabSz="457200" rtl="0" eaLnBrk="1" latinLnBrk="0" hangingPunct="1">
        <a:spcBef>
          <a:spcPct val="20000"/>
        </a:spcBef>
        <a:buFont typeface="Arial"/>
        <a:buChar char="•"/>
        <a:defRPr sz="2000" kern="1200">
          <a:solidFill>
            <a:schemeClr val="tx1"/>
          </a:solidFill>
          <a:latin typeface="+mn-lt"/>
          <a:ea typeface="+mn-ea"/>
          <a:cs typeface="+mn-cs"/>
        </a:defRPr>
      </a:lvl6pPr>
      <a:lvl7pPr marL="2971800" indent="-228600" algn="l" defTabSz="457200" rtl="0" eaLnBrk="1" latinLnBrk="0" hangingPunct="1">
        <a:spcBef>
          <a:spcPct val="20000"/>
        </a:spcBef>
        <a:buFont typeface="Arial"/>
        <a:buChar char="•"/>
        <a:defRPr sz="2000" kern="1200">
          <a:solidFill>
            <a:schemeClr val="tx1"/>
          </a:solidFill>
          <a:latin typeface="+mn-lt"/>
          <a:ea typeface="+mn-ea"/>
          <a:cs typeface="+mn-cs"/>
        </a:defRPr>
      </a:lvl7pPr>
      <a:lvl8pPr marL="3429000" indent="-228600" algn="l" defTabSz="457200" rtl="0" eaLnBrk="1" latinLnBrk="0" hangingPunct="1">
        <a:spcBef>
          <a:spcPct val="20000"/>
        </a:spcBef>
        <a:buFont typeface="Arial"/>
        <a:buChar char="•"/>
        <a:defRPr sz="2000" kern="1200">
          <a:solidFill>
            <a:schemeClr val="tx1"/>
          </a:solidFill>
          <a:latin typeface="+mn-lt"/>
          <a:ea typeface="+mn-ea"/>
          <a:cs typeface="+mn-cs"/>
        </a:defRPr>
      </a:lvl8pPr>
      <a:lvl9pPr marL="3886200" indent="-228600" algn="l" defTabSz="457200" rtl="0" eaLnBrk="1" latinLnBrk="0" hangingPunct="1">
        <a:spcBef>
          <a:spcPct val="20000"/>
        </a:spcBef>
        <a:buFont typeface="Arial"/>
        <a:buChar char="•"/>
        <a:defRPr sz="2000" kern="1200">
          <a:solidFill>
            <a:schemeClr val="tx1"/>
          </a:solidFill>
          <a:latin typeface="+mn-lt"/>
          <a:ea typeface="+mn-ea"/>
          <a:cs typeface="+mn-cs"/>
        </a:defRPr>
      </a:lvl9pPr>
    </p:bodyStyle>
    <p:otherStyle>
      <a:defPPr>
        <a:defRPr lang="en-US"/>
      </a:defPPr>
      <a:lvl1pPr marL="0" algn="l" defTabSz="457200" rtl="0" eaLnBrk="1" latinLnBrk="0" hangingPunct="1">
        <a:defRPr sz="1800" kern="1200">
          <a:solidFill>
            <a:schemeClr val="tx1"/>
          </a:solidFill>
          <a:latin typeface="+mn-lt"/>
          <a:ea typeface="+mn-ea"/>
          <a:cs typeface="+mn-cs"/>
        </a:defRPr>
      </a:lvl1pPr>
      <a:lvl2pPr marL="457200" algn="l" defTabSz="457200" rtl="0" eaLnBrk="1" latinLnBrk="0" hangingPunct="1">
        <a:defRPr sz="1800" kern="1200">
          <a:solidFill>
            <a:schemeClr val="tx1"/>
          </a:solidFill>
          <a:latin typeface="+mn-lt"/>
          <a:ea typeface="+mn-ea"/>
          <a:cs typeface="+mn-cs"/>
        </a:defRPr>
      </a:lvl2pPr>
      <a:lvl3pPr marL="914400" algn="l" defTabSz="457200" rtl="0" eaLnBrk="1" latinLnBrk="0" hangingPunct="1">
        <a:defRPr sz="1800" kern="1200">
          <a:solidFill>
            <a:schemeClr val="tx1"/>
          </a:solidFill>
          <a:latin typeface="+mn-lt"/>
          <a:ea typeface="+mn-ea"/>
          <a:cs typeface="+mn-cs"/>
        </a:defRPr>
      </a:lvl3pPr>
      <a:lvl4pPr marL="1371600" algn="l" defTabSz="457200" rtl="0" eaLnBrk="1" latinLnBrk="0" hangingPunct="1">
        <a:defRPr sz="1800" kern="1200">
          <a:solidFill>
            <a:schemeClr val="tx1"/>
          </a:solidFill>
          <a:latin typeface="+mn-lt"/>
          <a:ea typeface="+mn-ea"/>
          <a:cs typeface="+mn-cs"/>
        </a:defRPr>
      </a:lvl4pPr>
      <a:lvl5pPr marL="1828800" algn="l" defTabSz="457200" rtl="0" eaLnBrk="1" latinLnBrk="0" hangingPunct="1">
        <a:defRPr sz="1800" kern="1200">
          <a:solidFill>
            <a:schemeClr val="tx1"/>
          </a:solidFill>
          <a:latin typeface="+mn-lt"/>
          <a:ea typeface="+mn-ea"/>
          <a:cs typeface="+mn-cs"/>
        </a:defRPr>
      </a:lvl5pPr>
      <a:lvl6pPr marL="2286000" algn="l" defTabSz="457200" rtl="0" eaLnBrk="1" latinLnBrk="0" hangingPunct="1">
        <a:defRPr sz="1800" kern="1200">
          <a:solidFill>
            <a:schemeClr val="tx1"/>
          </a:solidFill>
          <a:latin typeface="+mn-lt"/>
          <a:ea typeface="+mn-ea"/>
          <a:cs typeface="+mn-cs"/>
        </a:defRPr>
      </a:lvl6pPr>
      <a:lvl7pPr marL="2743200" algn="l" defTabSz="457200" rtl="0" eaLnBrk="1" latinLnBrk="0" hangingPunct="1">
        <a:defRPr sz="1800" kern="1200">
          <a:solidFill>
            <a:schemeClr val="tx1"/>
          </a:solidFill>
          <a:latin typeface="+mn-lt"/>
          <a:ea typeface="+mn-ea"/>
          <a:cs typeface="+mn-cs"/>
        </a:defRPr>
      </a:lvl7pPr>
      <a:lvl8pPr marL="3200400" algn="l" defTabSz="457200" rtl="0" eaLnBrk="1" latinLnBrk="0" hangingPunct="1">
        <a:defRPr sz="1800" kern="1200">
          <a:solidFill>
            <a:schemeClr val="tx1"/>
          </a:solidFill>
          <a:latin typeface="+mn-lt"/>
          <a:ea typeface="+mn-ea"/>
          <a:cs typeface="+mn-cs"/>
        </a:defRPr>
      </a:lvl8pPr>
      <a:lvl9pPr marL="3657600" algn="l" defTabSz="4572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2.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3.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4.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5.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6.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7.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_rels/slide8.xml.rels><?xml version='1.0' encoding='UTF-8' standalone='yes'?>
<Relationships xmlns="http://schemas.openxmlformats.org/package/2006/relationships"><Relationship Id="rId1" Type="http://schemas.openxmlformats.org/officeDocument/2006/relationships/slideLayout" Target="../slideLayouts/slideLayout7.xml"/></Relationships>
</file>

<file path=ppt/slides/slide1.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TextBox 1"/>
          <p:cNvSpPr txBox="1"/>
          <p:nvPr/>
        </p:nvSpPr>
        <p:spPr>
          <a:xfrm>
            <a:off x="1097280" y="1828800"/>
            <a:ext cx="9966960" cy="548640"/>
          </a:xfrm>
          <a:prstGeom prst="rect">
            <a:avLst/>
          </a:prstGeom>
          <a:noFill/>
        </p:spPr>
        <p:txBody>
          <a:bodyPr wrap="square">
            <a:spAutoFit/>
          </a:bodyPr>
          <a:lstStyle/>
          <a:p>
            <a:pPr algn="ctr">
              <a:defRPr sz="1800" b="1" i="0">
                <a:solidFill>
                  <a:srgbClr val="5C6270"/>
                </a:solidFill>
                <a:latin typeface="Calibri"/>
              </a:defRPr>
            </a:pPr>
            <a:r>
              <a:t>APPODEAL</a:t>
            </a:r>
          </a:p>
        </p:txBody>
      </p:sp>
      <p:sp>
        <p:nvSpPr>
          <p:cNvPr id="3" name="TextBox 2"/>
          <p:cNvSpPr txBox="1"/>
          <p:nvPr/>
        </p:nvSpPr>
        <p:spPr>
          <a:xfrm>
            <a:off x="1097280" y="2468880"/>
            <a:ext cx="9966960" cy="1097280"/>
          </a:xfrm>
          <a:prstGeom prst="rect">
            <a:avLst/>
          </a:prstGeom>
          <a:noFill/>
        </p:spPr>
        <p:txBody>
          <a:bodyPr wrap="square">
            <a:spAutoFit/>
          </a:bodyPr>
          <a:lstStyle/>
          <a:p>
            <a:pPr algn="ctr">
              <a:defRPr sz="5600" b="1" i="0">
                <a:solidFill>
                  <a:srgbClr val="FFFFFF"/>
                </a:solidFill>
                <a:latin typeface="Calibri"/>
              </a:defRPr>
            </a:pPr>
            <a:r>
              <a:t>PULSE</a:t>
            </a:r>
          </a:p>
        </p:txBody>
      </p:sp>
      <p:sp>
        <p:nvSpPr>
          <p:cNvPr id="4" name="TextBox 3"/>
          <p:cNvSpPr txBox="1"/>
          <p:nvPr/>
        </p:nvSpPr>
        <p:spPr>
          <a:xfrm>
            <a:off x="1097280" y="3840480"/>
            <a:ext cx="9966960" cy="457200"/>
          </a:xfrm>
          <a:prstGeom prst="rect">
            <a:avLst/>
          </a:prstGeom>
          <a:noFill/>
        </p:spPr>
        <p:txBody>
          <a:bodyPr wrap="square">
            <a:spAutoFit/>
          </a:bodyPr>
          <a:lstStyle/>
          <a:p>
            <a:pPr algn="ctr">
              <a:defRPr sz="1600" b="0" i="0">
                <a:solidFill>
                  <a:srgbClr val="8F95A3"/>
                </a:solidFill>
                <a:latin typeface="Calibri"/>
              </a:defRPr>
            </a:pPr>
            <a:r>
              <a:t>Monday, August 10, 2026</a:t>
            </a:r>
          </a:p>
        </p:txBody>
      </p:sp>
      <p:sp>
        <p:nvSpPr>
          <p:cNvPr id="5" name="Rectangle 4"/>
          <p:cNvSpPr/>
          <p:nvPr/>
        </p:nvSpPr>
        <p:spPr>
          <a:xfrm>
            <a:off x="5029200" y="4572000"/>
            <a:ext cx="2103120" cy="36576"/>
          </a:xfrm>
          <a:prstGeom prst="rect">
            <a:avLst/>
          </a:prstGeom>
          <a:solidFill>
            <a:srgbClr val="6366F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Tree>
  </p:cSld>
  <p:clrMapOvr>
    <a:masterClrMapping/>
  </p:clrMapOvr>
</p:sld>
</file>

<file path=ppt/slides/slide2.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Srikanth Reddy Peru</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August 09</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Gaming Product · * Spain</a:t>
            </a:r>
          </a:p>
        </p:txBody>
      </p:sp>
    </p:spTree>
  </p:cSld>
  <p:clrMapOvr>
    <a:masterClrMapping/>
  </p:clrMapOvr>
</p:sld>
</file>

<file path=ppt/slides/slide3.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FFB72B"/>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FFB72B"/>
                </a:solidFill>
                <a:latin typeface="Calibri"/>
              </a:defRPr>
            </a:pPr>
            <a:r>
              <a:t>🎂  CELEBRATION</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FFB72B"/>
                </a:solidFill>
                <a:latin typeface="Calibri"/>
              </a:defRPr>
            </a:pPr>
            <a:r>
              <a:t>Happy Birthday!</a:t>
            </a:r>
          </a:p>
        </p:txBody>
      </p:sp>
      <p:sp>
        <p:nvSpPr>
          <p:cNvPr id="5" name="TextBox 4"/>
          <p:cNvSpPr txBox="1"/>
          <p:nvPr/>
        </p:nvSpPr>
        <p:spPr>
          <a:xfrm>
            <a:off x="1097280" y="2103120"/>
            <a:ext cx="9966960" cy="640080"/>
          </a:xfrm>
          <a:prstGeom prst="rect">
            <a:avLst/>
          </a:prstGeom>
          <a:noFill/>
        </p:spPr>
        <p:txBody>
          <a:bodyPr wrap="square">
            <a:spAutoFit/>
          </a:bodyPr>
          <a:lstStyle/>
          <a:p>
            <a:pPr algn="l">
              <a:defRPr sz="2800" b="1" i="0">
                <a:solidFill>
                  <a:srgbClr val="FFFFFF"/>
                </a:solidFill>
                <a:latin typeface="Calibri"/>
              </a:defRPr>
            </a:pPr>
            <a:r>
              <a:t>* Roman Shakhanov</a:t>
            </a:r>
          </a:p>
        </p:txBody>
      </p:sp>
      <p:sp>
        <p:nvSpPr>
          <p:cNvPr id="6" name="TextBox 5"/>
          <p:cNvSpPr txBox="1"/>
          <p:nvPr/>
        </p:nvSpPr>
        <p:spPr>
          <a:xfrm>
            <a:off x="1097280" y="2743200"/>
            <a:ext cx="9966960" cy="365760"/>
          </a:xfrm>
          <a:prstGeom prst="rect">
            <a:avLst/>
          </a:prstGeom>
          <a:noFill/>
        </p:spPr>
        <p:txBody>
          <a:bodyPr wrap="square">
            <a:spAutoFit/>
          </a:bodyPr>
          <a:lstStyle/>
          <a:p>
            <a:pPr algn="l">
              <a:defRPr sz="1400" b="0" i="0">
                <a:solidFill>
                  <a:srgbClr val="8F95A3"/>
                </a:solidFill>
                <a:latin typeface="Calibri"/>
              </a:defRPr>
            </a:pPr>
            <a:r>
              <a:t>August 09</a:t>
            </a:r>
          </a:p>
        </p:txBody>
      </p:sp>
      <p:sp>
        <p:nvSpPr>
          <p:cNvPr id="7" name="TextBox 6"/>
          <p:cNvSpPr txBox="1"/>
          <p:nvPr/>
        </p:nvSpPr>
        <p:spPr>
          <a:xfrm>
            <a:off x="1097280" y="3291840"/>
            <a:ext cx="9966960" cy="914400"/>
          </a:xfrm>
          <a:prstGeom prst="rect">
            <a:avLst/>
          </a:prstGeom>
          <a:noFill/>
        </p:spPr>
        <p:txBody>
          <a:bodyPr wrap="square">
            <a:spAutoFit/>
          </a:bodyPr>
          <a:lstStyle/>
          <a:p>
            <a:pPr algn="l">
              <a:defRPr sz="1600" b="0" i="0">
                <a:solidFill>
                  <a:srgbClr val="E2E2EA"/>
                </a:solidFill>
                <a:latin typeface="Calibri"/>
              </a:defRPr>
            </a:pPr>
            <a:r>
              <a:t>Wishing you an amazing day filled with joy and celebration!</a:t>
            </a:r>
          </a:p>
        </p:txBody>
      </p:sp>
      <p:sp>
        <p:nvSpPr>
          <p:cNvPr id="8" name="TextBox 7"/>
          <p:cNvSpPr txBox="1"/>
          <p:nvPr/>
        </p:nvSpPr>
        <p:spPr>
          <a:xfrm>
            <a:off x="1097280" y="4572000"/>
            <a:ext cx="9966960" cy="457200"/>
          </a:xfrm>
          <a:prstGeom prst="rect">
            <a:avLst/>
          </a:prstGeom>
          <a:noFill/>
        </p:spPr>
        <p:txBody>
          <a:bodyPr wrap="square">
            <a:spAutoFit/>
          </a:bodyPr>
          <a:lstStyle/>
          <a:p>
            <a:pPr algn="l">
              <a:defRPr sz="1400" b="0" i="1">
                <a:solidFill>
                  <a:srgbClr val="FFB72B"/>
                </a:solidFill>
                <a:latin typeface="Calibri"/>
              </a:defRPr>
            </a:pPr>
            <a:r>
              <a:t>* Gaming Monetization · * Poland</a:t>
            </a:r>
          </a:p>
        </p:txBody>
      </p:sp>
    </p:spTree>
  </p:cSld>
  <p:clrMapOvr>
    <a:masterClrMapping/>
  </p:clrMapOvr>
</p:sld>
</file>

<file path=ppt/slides/slide4.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Hi and happy August everyone! We hope you're enjoying the summer, whether you're...</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"Hi and happy August everyone! We hope you're enjoying the summer, whether you're relaxing on vacation or making the most of the sunny days. Before we dive into everything August has to offer, let's take a quick look back at July and catch up on the latest HR news and highlights July Newcomers Let’s "</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Katarzyna Raniszewska</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5.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00FFD1"/>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00FFD1"/>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00FFD1"/>
                </a:solidFill>
                <a:latin typeface="Calibri"/>
              </a:defRPr>
            </a:pPr>
            <a:r>
              <a:t>From #general</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Meeting Discipline: the new formula, and why Hey team Why We spend a huge share ...</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"Meeting Discipline: the new formula, and why Hey team Why We spend a huge share of our time in meetings, with almost no visibility into whether that time is well spent. This formula is intentionally simple: it's meant to baseline where we are right now, and make sure the basics of meeting etiquette "</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Kristapor Raffi Giragosian</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#general</a:t>
            </a:r>
          </a:p>
        </p:txBody>
      </p:sp>
    </p:spTree>
  </p:cSld>
  <p:clrMapOvr>
    <a:masterClrMapping/>
  </p:clrMapOvr>
</p:sld>
</file>

<file path=ppt/slides/slide6.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RECOMMENDED</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What We're Reading</a:t>
            </a:r>
          </a:p>
        </p:txBody>
      </p:sp>
      <p:sp>
        <p:nvSpPr>
          <p:cNvPr id="5" name="TextBox 4"/>
          <p:cNvSpPr txBox="1"/>
          <p:nvPr/>
        </p:nvSpPr>
        <p:spPr>
          <a:xfrm>
            <a:off x="1097280" y="2103120"/>
            <a:ext cx="457200" cy="365760"/>
          </a:xfrm>
          <a:prstGeom prst="rect">
            <a:avLst/>
          </a:prstGeom>
          <a:noFill/>
        </p:spPr>
        <p:txBody>
          <a:bodyPr wrap="square">
            <a:spAutoFit/>
          </a:bodyPr>
          <a:lstStyle/>
          <a:p>
            <a:pPr algn="l">
              <a:defRPr sz="2200" b="1" i="0">
                <a:solidFill>
                  <a:srgbClr val="5D2CAC"/>
                </a:solidFill>
                <a:latin typeface="Calibri"/>
              </a:defRPr>
            </a:pPr>
            <a:r>
              <a:t>01</a:t>
            </a:r>
          </a:p>
        </p:txBody>
      </p:sp>
      <p:sp>
        <p:nvSpPr>
          <p:cNvPr id="6" name="TextBox 5"/>
          <p:cNvSpPr txBox="1"/>
          <p:nvPr/>
        </p:nvSpPr>
        <p:spPr>
          <a:xfrm>
            <a:off x="1737360" y="2103120"/>
            <a:ext cx="9326880" cy="365760"/>
          </a:xfrm>
          <a:prstGeom prst="rect">
            <a:avLst/>
          </a:prstGeom>
          <a:noFill/>
        </p:spPr>
        <p:txBody>
          <a:bodyPr wrap="square">
            <a:spAutoFit/>
          </a:bodyPr>
          <a:lstStyle/>
          <a:p>
            <a:pPr algn="l">
              <a:defRPr sz="1600" b="1" i="0">
                <a:solidFill>
                  <a:srgbClr val="FFFFFF"/>
                </a:solidFill>
                <a:latin typeface="Calibri"/>
              </a:defRPr>
            </a:pPr>
            <a:r>
              <a:t>Nielsen Is Acquiring DoubleVerify For $2.15 Billion | AdExchanger</a:t>
            </a:r>
          </a:p>
        </p:txBody>
      </p:sp>
      <p:sp>
        <p:nvSpPr>
          <p:cNvPr id="7" name="TextBox 6"/>
          <p:cNvSpPr txBox="1"/>
          <p:nvPr/>
        </p:nvSpPr>
        <p:spPr>
          <a:xfrm>
            <a:off x="1737360" y="2423160"/>
            <a:ext cx="9326880" cy="365760"/>
          </a:xfrm>
          <a:prstGeom prst="rect">
            <a:avLst/>
          </a:prstGeom>
          <a:noFill/>
        </p:spPr>
        <p:txBody>
          <a:bodyPr wrap="square">
            <a:spAutoFit/>
          </a:bodyPr>
          <a:lstStyle/>
          <a:p>
            <a:pPr algn="l">
              <a:defRPr sz="1200" b="0" i="0">
                <a:solidFill>
                  <a:srgbClr val="E2E2EA"/>
                </a:solidFill>
                <a:latin typeface="Calibri"/>
              </a:defRPr>
            </a:pPr>
            <a:r>
              <a:t>Nielsen has entered into a definitive agreement to acquire DoubleVerify in an all cash transaction valued at approximately $2.15 billion.</a:t>
            </a:r>
          </a:p>
        </p:txBody>
      </p:sp>
      <p:sp>
        <p:nvSpPr>
          <p:cNvPr id="8" name="TextBox 7"/>
          <p:cNvSpPr txBox="1"/>
          <p:nvPr/>
        </p:nvSpPr>
        <p:spPr>
          <a:xfrm>
            <a:off x="1737360" y="2743200"/>
            <a:ext cx="9326880" cy="274320"/>
          </a:xfrm>
          <a:prstGeom prst="rect">
            <a:avLst/>
          </a:prstGeom>
          <a:noFill/>
        </p:spPr>
        <p:txBody>
          <a:bodyPr wrap="square">
            <a:spAutoFit/>
          </a:bodyPr>
          <a:lstStyle/>
          <a:p>
            <a:pPr algn="l">
              <a:defRPr sz="1100" b="0" i="0">
                <a:solidFill>
                  <a:srgbClr val="8F95A3"/>
                </a:solidFill>
                <a:latin typeface="Calibri"/>
              </a:defRPr>
            </a:pPr>
            <a:r>
              <a:t>Shared by Viktor Trykolenko</a:t>
            </a:r>
          </a:p>
        </p:txBody>
      </p:sp>
      <p:sp>
        <p:nvSpPr>
          <p:cNvPr id="9" name="TextBox 8"/>
          <p:cNvSpPr txBox="1"/>
          <p:nvPr/>
        </p:nvSpPr>
        <p:spPr>
          <a:xfrm>
            <a:off x="1097280" y="5943600"/>
            <a:ext cx="9966960" cy="274320"/>
          </a:xfrm>
          <a:prstGeom prst="rect">
            <a:avLst/>
          </a:prstGeom>
          <a:noFill/>
        </p:spPr>
        <p:txBody>
          <a:bodyPr wrap="square">
            <a:spAutoFit/>
          </a:bodyPr>
          <a:lstStyle/>
          <a:p>
            <a:pPr algn="l">
              <a:defRPr sz="1100" b="0" i="0">
                <a:solidFill>
                  <a:srgbClr val="5C6270"/>
                </a:solidFill>
                <a:latin typeface="Calibri"/>
              </a:defRPr>
            </a:pPr>
            <a:r>
              <a:t>#to_read</a:t>
            </a:r>
          </a:p>
        </p:txBody>
      </p:sp>
    </p:spTree>
  </p:cSld>
  <p:clrMapOvr>
    <a:masterClrMapping/>
  </p:clrMapOvr>
</p:sld>
</file>

<file path=ppt/slides/slide7.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Felipe Bereilh Vera Nikalaikina received 10× from ArtKip</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"Felipe Bereilh Vera Nikalaikina received 10× from ArtKip"</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slides/slide8.xml><?xml version="1.0" encoding="utf-8"?>
<p:sld xmlns:a="http://schemas.openxmlformats.org/drawingml/2006/main" xmlns:p="http://schemas.openxmlformats.org/presentationml/2006/main" xmlns:r="http://schemas.openxmlformats.org/officeDocument/2006/relationships">
  <p:cSld>
    <p:bg>
      <p:bgPr>
        <a:solidFill>
          <a:srgbClr val="08080C"/>
        </a:solidFill>
        <a:effectLst/>
      </p:bgPr>
    </p:bg>
    <p:spTree>
      <p:nvGrpSpPr>
        <p:cNvPr id="1" name=""/>
        <p:cNvGrpSpPr/>
        <p:nvPr/>
      </p:nvGrpSpPr>
      <p:grpSpPr/>
      <p:sp>
        <p:nvSpPr>
          <p:cNvPr id="2" name="Rectangle 1"/>
          <p:cNvSpPr/>
          <p:nvPr/>
        </p:nvSpPr>
        <p:spPr>
          <a:xfrm>
            <a:off x="0" y="365760"/>
            <a:ext cx="12191695" cy="54864"/>
          </a:xfrm>
          <a:prstGeom prst="rect">
            <a:avLst/>
          </a:prstGeom>
          <a:solidFill>
            <a:srgbClr val="5D2CAC"/>
          </a:solidFill>
          <a:ln>
            <a:no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 name="TextBox 2"/>
          <p:cNvSpPr txBox="1"/>
          <p:nvPr/>
        </p:nvSpPr>
        <p:spPr>
          <a:xfrm>
            <a:off x="1097280" y="731520"/>
            <a:ext cx="3657600" cy="365760"/>
          </a:xfrm>
          <a:prstGeom prst="rect">
            <a:avLst/>
          </a:prstGeom>
          <a:noFill/>
        </p:spPr>
        <p:txBody>
          <a:bodyPr wrap="none">
            <a:spAutoFit/>
          </a:bodyPr>
          <a:lstStyle/>
          <a:p>
            <a:pPr algn="l">
              <a:defRPr sz="1000" b="1">
                <a:solidFill>
                  <a:srgbClr val="5D2CAC"/>
                </a:solidFill>
                <a:latin typeface="Calibri"/>
              </a:defRPr>
            </a:pPr>
            <a:r>
              <a:t>👏  OFFICE LIFE</a:t>
            </a:r>
          </a:p>
        </p:txBody>
      </p:sp>
      <p:sp>
        <p:nvSpPr>
          <p:cNvPr id="4" name="TextBox 3"/>
          <p:cNvSpPr txBox="1"/>
          <p:nvPr/>
        </p:nvSpPr>
        <p:spPr>
          <a:xfrm>
            <a:off x="1097280" y="1188720"/>
            <a:ext cx="9966960" cy="731520"/>
          </a:xfrm>
          <a:prstGeom prst="rect">
            <a:avLst/>
          </a:prstGeom>
          <a:noFill/>
        </p:spPr>
        <p:txBody>
          <a:bodyPr wrap="square">
            <a:spAutoFit/>
          </a:bodyPr>
          <a:lstStyle/>
          <a:p>
            <a:pPr algn="l">
              <a:defRPr sz="3200" b="1" i="0">
                <a:solidFill>
                  <a:srgbClr val="5D2CAC"/>
                </a:solidFill>
                <a:latin typeface="Calibri"/>
              </a:defRPr>
            </a:pPr>
            <a:r>
              <a:t>From #claps</a:t>
            </a:r>
          </a:p>
        </p:txBody>
      </p:sp>
      <p:sp>
        <p:nvSpPr>
          <p:cNvPr id="5" name="TextBox 4"/>
          <p:cNvSpPr txBox="1"/>
          <p:nvPr/>
        </p:nvSpPr>
        <p:spPr>
          <a:xfrm>
            <a:off x="1097280" y="2103120"/>
            <a:ext cx="9966960" cy="457200"/>
          </a:xfrm>
          <a:prstGeom prst="rect">
            <a:avLst/>
          </a:prstGeom>
          <a:noFill/>
        </p:spPr>
        <p:txBody>
          <a:bodyPr wrap="square">
            <a:spAutoFit/>
          </a:bodyPr>
          <a:lstStyle/>
          <a:p>
            <a:pPr algn="l">
              <a:defRPr sz="1800" b="1" i="0">
                <a:solidFill>
                  <a:srgbClr val="FFFFFF"/>
                </a:solidFill>
                <a:latin typeface="Calibri"/>
              </a:defRPr>
            </a:pPr>
            <a:r>
              <a:t>Stepan Pletnev received 15× from Danila Matveev</a:t>
            </a:r>
          </a:p>
        </p:txBody>
      </p:sp>
      <p:sp>
        <p:nvSpPr>
          <p:cNvPr id="6" name="TextBox 5"/>
          <p:cNvSpPr txBox="1"/>
          <p:nvPr/>
        </p:nvSpPr>
        <p:spPr>
          <a:xfrm>
            <a:off x="1371600" y="2743200"/>
            <a:ext cx="9692640" cy="1828800"/>
          </a:xfrm>
          <a:prstGeom prst="rect">
            <a:avLst/>
          </a:prstGeom>
          <a:noFill/>
        </p:spPr>
        <p:txBody>
          <a:bodyPr wrap="square">
            <a:spAutoFit/>
          </a:bodyPr>
          <a:lstStyle/>
          <a:p>
            <a:pPr algn="l">
              <a:defRPr sz="1500" b="0" i="1">
                <a:solidFill>
                  <a:srgbClr val="E2E2EA"/>
                </a:solidFill>
                <a:latin typeface="Calibri"/>
              </a:defRPr>
            </a:pPr>
            <a:r>
              <a:t>"Stepan Pletnev received 15× from Danila Matveev"</a:t>
            </a:r>
          </a:p>
        </p:txBody>
      </p:sp>
      <p:sp>
        <p:nvSpPr>
          <p:cNvPr id="7" name="TextBox 6"/>
          <p:cNvSpPr txBox="1"/>
          <p:nvPr/>
        </p:nvSpPr>
        <p:spPr>
          <a:xfrm>
            <a:off x="1097280" y="4754880"/>
            <a:ext cx="9966960" cy="365760"/>
          </a:xfrm>
          <a:prstGeom prst="rect">
            <a:avLst/>
          </a:prstGeom>
          <a:noFill/>
        </p:spPr>
        <p:txBody>
          <a:bodyPr wrap="square">
            <a:spAutoFit/>
          </a:bodyPr>
          <a:lstStyle/>
          <a:p>
            <a:pPr algn="l">
              <a:defRPr sz="1400" b="0" i="0">
                <a:solidFill>
                  <a:srgbClr val="8F95A3"/>
                </a:solidFill>
                <a:latin typeface="Calibri"/>
              </a:defRPr>
            </a:pPr>
            <a:r>
              <a:t>— Clappy</a:t>
            </a:r>
          </a:p>
        </p:txBody>
      </p:sp>
      <p:sp>
        <p:nvSpPr>
          <p:cNvPr id="8" name="TextBox 7"/>
          <p:cNvSpPr txBox="1"/>
          <p:nvPr/>
        </p:nvSpPr>
        <p:spPr>
          <a:xfrm>
            <a:off x="1097280" y="5760720"/>
            <a:ext cx="9966960" cy="274320"/>
          </a:xfrm>
          <a:prstGeom prst="rect">
            <a:avLst/>
          </a:prstGeom>
          <a:noFill/>
        </p:spPr>
        <p:txBody>
          <a:bodyPr wrap="square">
            <a:spAutoFit/>
          </a:bodyPr>
          <a:lstStyle/>
          <a:p>
            <a:pPr algn="l">
              <a:defRPr sz="1100" b="0" i="0">
                <a:solidFill>
                  <a:srgbClr val="5C6270"/>
                </a:solidFill>
                <a:latin typeface="Calibri"/>
              </a:defRPr>
            </a:pPr>
            <a:r>
              <a:t>#claps</a:t>
            </a:r>
          </a:p>
        </p:txBody>
      </p:sp>
    </p:spTree>
  </p:cSld>
  <p:clrMapOvr>
    <a:masterClrMapping/>
  </p:clrMapOvr>
</p:sld>
</file>

<file path=ppt/theme/theme1.xml><?xml version="1.0" encoding="utf-8"?>
<a:theme xmlns:a="http://schemas.openxmlformats.org/drawingml/2006/main" name="Office Theme">
  <a:themeElements>
    <a:clrScheme name="Office">
      <a:dk1>
        <a:sysClr val="windowText" lastClr="000000"/>
      </a:dk1>
      <a:lt1>
        <a:sysClr val="window" lastClr="FFFFFF"/>
      </a:lt1>
      <a:dk2>
        <a:srgbClr val="1F497D"/>
      </a:dk2>
      <a:lt2>
        <a:srgbClr val="EEECE1"/>
      </a:lt2>
      <a:accent1>
        <a:srgbClr val="4F81BD"/>
      </a:accent1>
      <a:accent2>
        <a:srgbClr val="C0504D"/>
      </a:accent2>
      <a:accent3>
        <a:srgbClr val="9BBB59"/>
      </a:accent3>
      <a:accent4>
        <a:srgbClr val="8064A2"/>
      </a:accent4>
      <a:accent5>
        <a:srgbClr val="4BACC6"/>
      </a:accent5>
      <a:accent6>
        <a:srgbClr val="F79646"/>
      </a:accent6>
      <a:hlink>
        <a:srgbClr val="0000FF"/>
      </a:hlink>
      <a:folHlink>
        <a:srgbClr val="800080"/>
      </a:folHlink>
    </a:clrScheme>
    <a:fontScheme name="Office">
      <a:majorFont>
        <a:latin typeface="Calibri"/>
        <a:ea typeface=""/>
        <a:cs typeface=""/>
        <a:font script="Jpan" typeface="ＭＳ Ｐゴシック"/>
        <a:font script="Hang" typeface="맑은 고딕"/>
        <a:font script="Hans" typeface="宋体"/>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Calibri"/>
        <a:ea typeface=""/>
        <a:cs typeface=""/>
        <a:font script="Jpan" typeface="ＭＳ Ｐゴシック"/>
        <a:font script="Hang" typeface="맑은 고딕"/>
        <a:font script="Hans" typeface="宋体"/>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tint val="50000"/>
                <a:satMod val="300000"/>
              </a:schemeClr>
            </a:gs>
            <a:gs pos="35000">
              <a:schemeClr val="phClr">
                <a:tint val="37000"/>
                <a:satMod val="300000"/>
              </a:schemeClr>
            </a:gs>
            <a:gs pos="100000">
              <a:schemeClr val="phClr">
                <a:tint val="15000"/>
                <a:satMod val="350000"/>
              </a:schemeClr>
            </a:gs>
          </a:gsLst>
          <a:lin ang="16200000" scaled="1"/>
        </a:gradFill>
        <a:gradFill rotWithShape="1">
          <a:gsLst>
            <a:gs pos="0">
              <a:schemeClr val="phClr">
                <a:tint val="100000"/>
                <a:shade val="100000"/>
                <a:satMod val="130000"/>
              </a:schemeClr>
            </a:gs>
            <a:gs pos="100000">
              <a:schemeClr val="phClr">
                <a:tint val="50000"/>
                <a:shade val="100000"/>
                <a:satMod val="350000"/>
              </a:schemeClr>
            </a:gs>
          </a:gsLst>
          <a:lin ang="16200000" scaled="0"/>
        </a:gradFill>
      </a:fillStyleLst>
      <a:lnStyleLst>
        <a:ln w="9525" cap="flat" cmpd="sng" algn="ctr">
          <a:solidFill>
            <a:schemeClr val="phClr">
              <a:shade val="95000"/>
              <a:satMod val="105000"/>
            </a:schemeClr>
          </a:solidFill>
          <a:prstDash val="solid"/>
        </a:ln>
        <a:ln w="25400" cap="flat" cmpd="sng" algn="ctr">
          <a:solidFill>
            <a:schemeClr val="phClr"/>
          </a:solidFill>
          <a:prstDash val="solid"/>
        </a:ln>
        <a:ln w="38100" cap="flat" cmpd="sng" algn="ctr">
          <a:solidFill>
            <a:schemeClr val="phClr"/>
          </a:solidFill>
          <a:prstDash val="solid"/>
        </a:ln>
      </a:lnStyleLst>
      <a:effectStyleLst>
        <a:effectStyle>
          <a:effectLst>
            <a:outerShdw blurRad="40000" dist="20000" dir="5400000" rotWithShape="0">
              <a:srgbClr val="000000">
                <a:alpha val="38000"/>
              </a:srgbClr>
            </a:outerShdw>
          </a:effectLst>
        </a:effectStyle>
        <a:effectStyle>
          <a:effectLst>
            <a:outerShdw blurRad="40000" dist="23000" dir="5400000" rotWithShape="0">
              <a:srgbClr val="000000">
                <a:alpha val="35000"/>
              </a:srgbClr>
            </a:outerShdw>
          </a:effectLst>
        </a:effectStyle>
        <a:effectStyle>
          <a:effectLst>
            <a:outerShdw blurRad="40000" dist="23000" dir="5400000" rotWithShape="0">
              <a:srgbClr val="000000">
                <a:alpha val="35000"/>
              </a:srgbClr>
            </a:outerShdw>
          </a:effectLst>
          <a:scene3d>
            <a:camera prst="orthographicFront">
              <a:rot lat="0" lon="0" rev="0"/>
            </a:camera>
            <a:lightRig rig="threePt" dir="t">
              <a:rot lat="0" lon="0" rev="1200000"/>
            </a:lightRig>
          </a:scene3d>
          <a:sp3d>
            <a:bevelT w="63500" h="25400"/>
          </a:sp3d>
        </a:effectStyle>
      </a:effectStyleLst>
      <a:bgFillStyleLst>
        <a:solidFill>
          <a:schemeClr val="phClr"/>
        </a:solidFill>
        <a:gradFill rotWithShape="1">
          <a:gsLst>
            <a:gs pos="0">
              <a:schemeClr val="phClr">
                <a:tint val="40000"/>
                <a:satMod val="350000"/>
              </a:schemeClr>
            </a:gs>
            <a:gs pos="40000">
              <a:schemeClr val="phClr">
                <a:tint val="45000"/>
                <a:shade val="99000"/>
                <a:satMod val="350000"/>
              </a:schemeClr>
            </a:gs>
            <a:gs pos="100000">
              <a:schemeClr val="phClr">
                <a:shade val="20000"/>
                <a:satMod val="255000"/>
              </a:schemeClr>
            </a:gs>
          </a:gsLst>
          <a:path path="circle">
            <a:fillToRect l="50000" t="-80000" r="50000" b="180000"/>
          </a:path>
        </a:gradFill>
        <a:gradFill rotWithShape="1">
          <a:gsLst>
            <a:gs pos="0">
              <a:schemeClr val="phClr">
                <a:tint val="80000"/>
                <a:satMod val="300000"/>
              </a:schemeClr>
            </a:gs>
            <a:gs pos="100000">
              <a:schemeClr val="phClr">
                <a:shade val="30000"/>
                <a:satMod val="200000"/>
              </a:schemeClr>
            </a:gs>
          </a:gsLst>
          <a:path path="circle">
            <a:fillToRect l="50000" t="50000" r="50000" b="50000"/>
          </a:path>
        </a:gradFill>
      </a:bgFillStyleLst>
    </a:fmtScheme>
  </a:themeElements>
  <a:objectDefaults>
    <a:spDef>
      <a:spPr/>
      <a:bodyPr/>
      <a:lstStyle/>
      <a:style>
        <a:lnRef idx="1">
          <a:schemeClr val="accent1"/>
        </a:lnRef>
        <a:fillRef idx="3">
          <a:schemeClr val="accent1"/>
        </a:fillRef>
        <a:effectRef idx="2">
          <a:schemeClr val="accent1"/>
        </a:effectRef>
        <a:fontRef idx="minor">
          <a:schemeClr val="lt1"/>
        </a:fontRef>
      </a:style>
    </a:spDef>
    <a:lnDef>
      <a:spPr/>
      <a:bodyPr/>
      <a:lstStyle/>
      <a:style>
        <a:lnRef idx="2">
          <a:schemeClr val="accent1"/>
        </a:lnRef>
        <a:fillRef idx="0">
          <a:schemeClr val="accent1"/>
        </a:fillRef>
        <a:effectRef idx="1">
          <a:schemeClr val="accent1"/>
        </a:effectRef>
        <a:fontRef idx="minor">
          <a:schemeClr val="tx1"/>
        </a:fontRef>
      </a:style>
    </a:lnDef>
  </a:objectDefaults>
  <a:extraClrSchemeLst/>
</a:theme>
</file>

<file path=docProps/app.xml><?xml version="1.0" encoding="utf-8"?>
<Properties xmlns="http://schemas.openxmlformats.org/officeDocument/2006/extended-properties" xmlns:vt="http://schemas.openxmlformats.org/officeDocument/2006/docPropsVTypes">
  <TotalTime>1</TotalTime>
  <Words>0</Words>
  <Application>Microsoft Macintosh PowerPoint</Application>
  <PresentationFormat>On-screen Show (4:3)</PresentationFormat>
  <Paragraphs>0</Paragraphs>
  <Slides>0</Slides>
  <Notes>0</Notes>
  <HiddenSlides>0</HiddenSlides>
  <MMClips>0</MMClips>
  <ScaleCrop>false</ScaleCrop>
  <HeadingPairs>
    <vt:vector size="4" baseType="variant">
      <vt:variant>
        <vt:lpstr>Theme</vt:lpstr>
      </vt:variant>
      <vt:variant>
        <vt:i4>1</vt:i4>
      </vt:variant>
      <vt:variant>
        <vt:lpstr>Slide Titles</vt:lpstr>
      </vt:variant>
      <vt:variant>
        <vt:i4>0</vt:i4>
      </vt:variant>
    </vt:vector>
  </HeadingPairs>
  <TitlesOfParts>
    <vt:vector size="1" baseType="lpstr">
      <vt:lpstr>Office Theme</vt:lpstr>
    </vt:vector>
  </TitlesOfParts>
  <Manager/>
  <Company/>
  <LinksUpToDate>false</LinksUpToDate>
  <SharedDoc>false</SharedDoc>
  <HyperlinkBase/>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
  <dc:subject/>
  <dc:creator/>
  <cp:keywords/>
  <dc:description>generated using python-pptx</dc:description>
  <cp:lastModifiedBy>Steve Canny</cp:lastModifiedBy>
  <cp:revision>1</cp:revision>
  <dcterms:created xsi:type="dcterms:W3CDTF">2013-01-27T09:14:16Z</dcterms:created>
  <dcterms:modified xsi:type="dcterms:W3CDTF">2013-01-27T09:15:58Z</dcterms:modified>
  <cp:category/>
</cp:coreProperties>
</file>