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June 26,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Mark Fruehan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BidMachine Business · * United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With all guns blazing ... we had an amazing time with our executive team at a sh...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"With all guns blazing ... we had an amazing time with our executive team at a shooting range tonight"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Our first day of owning 19 hens and 2 roosters It's official: we've got an Appod...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"Our first day of owning 19 hens and 2 roosters It's official: we've got an Appodeal chicken coop. Chickens scorecard includes a minimum of 16 eggs a day Cluck-cluck"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Oxana Drake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 personal ask from Kasia 41% of you have already responded to the Monthly Devel...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 personal ask from Kasia 41% of you have already responded to the Monthly Development Pulse — thank you, genuinely But I need to be honest: I need 70% to make this signal meaningful. Below that, the data doesn't tell me anything useful about what's actually happening with development conversations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AppLovin Ads is now open to all advertisers AppLovin | Blog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AppLovin Ads, formerly Axon, is now open to all advertisers. One company, one brand built to drive real performance for any business ready to grow.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Michele di Mauro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Emil Sharafiev Siddharth Sahani anton.nikifarau received 15× from Maksym Fedorov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"Emil Sharafiev Siddharth Sahani anton.nikifarau received 15× from Maksym Fedorov"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Ildar Fatykhov received 20× from Samat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"Ildar Fatykhov received 20× from Samat"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