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May 22,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Anton Nikifarau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Engineering · * Belarus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Nastassia Daroshka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Gaming ASO · * Belarus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Hanna Batura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United 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So many posts today and reasons to celebrate I wanted to share that today is Int...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"So many posts today and reasons to celebrate I wanted to share that today is International HR Day! Today we celebrate the people who make Appodeal a place worth showing up to every day — our HR team. At Appodeal, HR is made up of several pillars that together keep us running and growing: HR Admin &amp;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all, please welcome — our new Chief Operating Officer, joining us on 20 July...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all, please welcome — our new Chief Operating Officer, joining us on 20 July! Kristapor joins us in Barcelona moving from London, where he co-founded TrustedIQ, an AI SaaS platform built around contract intelligence and commercial data. Before that, he spent 8 years at Cognism — one of the most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Team, please welcome — our new Chief Financial Officer, joining us on 8 June! Ed...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"Team, please welcome — our new Chief Financial Officer, joining us on 8 June! Ed joins us in Parkland, Florida . He's been an Operating Partner at Maximalist Ventures, serving as CFO/COO across a portfolio of AdTech, AI, and blockchain ventures. Before that, he spent 6+ years at InMobi building thei"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TEE 2.0: Multi-Platform Bid Arbitration | CloudX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TEE 2.0 extends the enclave to handle third-party bids, so you can compare bids across mediation platforms securely.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Evgeny Garlukovich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9183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How Playrix Increased ROAS 14% With Unity Vector | 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1187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Playrix’s Aleksandr Bajev shares how the top studio leverages Unity Ads powered by Unity Vector to grow their game Township for the long-term.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Dan Owens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Dima M. received 30× from Hanna Minko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"Dima M. received 30× from Hanna Minko"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Stepan Pletnev Nikita Savransky Khachatur Harutyunyan received 5× from Maksym Fe...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"Stepan Pletnev Nikita Savransky Khachatur Harutyunyan received 5× from Maksym Fedorov"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