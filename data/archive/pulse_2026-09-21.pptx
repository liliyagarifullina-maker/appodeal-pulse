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Monday, September 21,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Martin Lau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September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Holding: Finance · * United States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 big shout-out to the brilliant , and ! AdExchanger, one of the industry’s lead...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"A big shout-out to the brilliant , and ! AdExchanger, one of the industry’s leading publications, has named them among its 2026 Top Women in Media &amp;amp; Ad Tech. No surprises here for anyone who’s worked with them, but plenty to celebrate! Here are the categories they’re being recognized in: Berta: 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Anastasia Radek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Hey team Today at 16:00 CET we have PSE Session 3: The least powerful CEO (Super...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"Hey team Today at 16:00 CET we have PSE Session 3: The least powerful CEO (Supercell, part 1). Prep is ~35 min: • Why Supercell's founder wants to be the world's least powerful CEO • Ilkka Paananen's Slush 2018 talk (YouTube) What we'll discuss: could a "least powerful CEO" model work here, and what"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Mykhailo Kukharskyi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New Claude skill: score your main scorecard built a skill that reviews a main sc...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"New Claude skill: score your main scorecard built a skill that reviews a main scorecard board against the company standard. What it does: give it your board link or name. It scores the board out of 7 gates, explains each failed gate in plain words, and suggests a rebuilt board. How to get it: instal"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Mariia Moskvina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Irina Zelenskaya received 50× from Nikolai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"Irina Zelenskaya received 50× from Nikolai"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Irina Zelenskaya lidia.g Tanya Kuznetsova received 16× from Yuliia Lievoshko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"Irina Zelenskaya lidia.g Tanya Kuznetsova received 16× from Yuliia Lievoshko"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