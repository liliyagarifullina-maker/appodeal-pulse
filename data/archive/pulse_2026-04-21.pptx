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Tuesday, April 21,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Alexandr Babich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April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Elvina Nasyrova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April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Didara Pernebayeva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April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Hey team! This Friday, we hosted a tennis tournament in our Warsaw office in Pol...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"Hey team! This Friday, we hosted a tennis tournament in our Warsaw office in Poland I put this together after seeing how much you all enjoy playing during breaks, and I thought it would be a nice way to bring everyone together for something fun and a little competitive The tournament turned out very"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Iryna Peretiatko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Happy Monday, everyone! This past Saturday, our Parkland office took part in the...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"Happy Monday, everyone! This past Saturday, our Parkland office took part in the Greatest American Cleanup event and spent the morning cleaning up Red Reef Park beach. It was a beautiful day by the ocean, and getting to do something meaningful together, with family in tow , made it even more special"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Oxana Drake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team! Important! Please ignore new notification from ! They should have been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team! Important! Please ignore new notification from ! They should have been disabled! Thank you"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Aleksei Gerasimov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Ira received 50× from Ivan Litvinau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"Ira received 50× from Ivan Litvinau"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Antonio Clavelli Taha received 25× from Francesco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"Antonio Clavelli Taha received 25× from Francesco"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