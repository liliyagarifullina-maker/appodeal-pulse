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Thursday, September 10,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Ivan Doroshenko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September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Exchange Engineering · * Netherlands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everyone Friday, September 11th is a public holiday in the Barcelona office.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everyone Friday, September 11th is a public holiday in the Barcelona office. Please plan accordingly"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Emma Syniehubova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Team, quick reminder that our policies and how-to pages live in the Administr...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Team, quick reminder that our policies and how-to pages live in the Administrative Operations space in Confluence. Before you ping the admin team - try asking Claude. It can answer a lot of what we’d normally get asked directly. We’ll keep improving the space so Claude can answer most of what you"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Lidiia Galkina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People Standards Environment — Session 2, Tomorrow, Thursday, Sep 10 | 16:00–17:...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"People Standards Environment — Session 2, Tomorrow, Thursday, Sep 10 | 16:00–17:00 CET (Barcelona) Change of plan: Erin Meyer can’t make it this week, so we swapped sessions. Tomorrow’s topic is Talent Density: First Who, Then What (originally scheduled for Oct 8). The Culture Map will move to Oct 8"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Mykhailo Kukharskyi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📚  RECOMMENDED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What We're Reading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5D2CAC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10312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Pangle Went From 1 Reseller To 43. Here's What That Tells You.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42316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2E2EA"/>
                </a:solidFill>
                <a:latin typeface="Calibri"/>
              </a:defRPr>
            </a:pPr>
            <a:r>
              <a:t>The Mobile Ad Monetization Newsletter #65 Mobile marketing gossip over the last year has been gravitating toward Unity’s Vector rollout, AppLovin’s e-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743200"/>
            <a:ext cx="9326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F95A3"/>
                </a:solidFill>
                <a:latin typeface="Calibri"/>
              </a:defRPr>
            </a:pPr>
            <a:r>
              <a:t>Shared by Dan Owens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9183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5D2CAC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291839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Ad Monetization Newsletter: Surprising Ad Monetization Tests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611879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2E2EA"/>
                </a:solidFill>
                <a:latin typeface="Calibri"/>
              </a:defRPr>
            </a:pPr>
            <a:r>
              <a:t>In this month’s newsletter, we compiled a few examples of ad monetization tests on mediation and networks.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931920"/>
            <a:ext cx="9326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F95A3"/>
                </a:solidFill>
                <a:latin typeface="Calibri"/>
              </a:defRPr>
            </a:pPr>
            <a:r>
              <a:t>Shared by Alexey Cherniaev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94360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#to_read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Alberto received 1× from Sergey Orlov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"Alberto received 1× from Sergey Orlov"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Sasha Sakovich Sasha Alexander Ivanov Dario Hernandez Nikita Mishustin Roman de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"Sasha Sakovich Sasha Alexander Ivanov Dario Hernandez Nikita Mishustin Roman de las Heras received 4× from Sergey Orlov"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