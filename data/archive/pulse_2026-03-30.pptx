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March 30,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Alex Cherniaev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__ Adding to what said — and he said it well. I want to give some longer context...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"__ Adding to what said — and he said it well. I want to give some longer context, because this quarter deserves it. For years we struggled to build the DSP. Not just with engineering problems — with something harder to fix: individual egos getting in the way of the right decisions, poor understandin"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everyone, We know there’s been some confusion around equity, especially due 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everyone, We know there’s been some confusion around equity, especially due to limited communication in the past. We want to improve transparency here. To help clear things up, we’re putting together a simple FAQ / explainer doc about equity at the company. Please take a few minutes to share any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Lidiia Galkina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 agree with you — this situation did not meet our standards. We made a mistake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 agree with you — this situation did not meet our standards. We made a mistake in how we handled this buyback. Changing the framework in the middle of the buyback and communicating it late is a failure on our side. We should have identified this earlier and communicated it clearly upfront. What act"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Ivan Litvinau received 5× from Dzmitry Baran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"Ivan Litvinau received 5× from Dzmitry Baran"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Aleh Mentuz Anna Hrytsel Elizaveta Gayshun received 10× from Dzmitry Baran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"Aleh Mentuz Anna Hrytsel Elizaveta Gayshun received 10× from Dzmitry Baran"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