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Wednesday, October 21,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Artur Abizgeldin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October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MGP: Data Squad · * Spain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New case study: FOMO Games x DIRECT Placements Our latest case study is live! FO...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"New case study: FOMO Games x DIRECT Placements Our latest case study is live! FOMO Games expanded its partnership with BidMachine through DIRECT Placements and saw: • 94% higher banner eCPMs with DIRECT Placements vs. open-market demand • 41% of its BidMachine revenue coming through DIRECT Placement"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Ryan Christopher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Q3 Performance Review — Calibration Meetings Hi everyone ! Starting today, we'll...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"Q3 Performance Review — Calibration Meetings Hi everyone ! Starting today, we'll be holding our Q3 Performance Review calibration meetings throughout this week. I'm still waiting for confirmation of the meeting times from a few calibration groups, but all calibration meetings are expected to take pl"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Katarzyna Raniszewska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📚  RECOMMENDED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What We're Reading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5D2CAC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10312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Standardize Multi Mediation Setups with Orchestrator | CloudX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42316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2E2EA"/>
                </a:solidFill>
                <a:latin typeface="Calibri"/>
              </a:defRPr>
            </a:pPr>
            <a:r>
              <a:t>Run CloudX alongside other mediation platforms and decide, ad unit by ad unit, how they work together, from the dashboard and without an app update.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743200"/>
            <a:ext cx="9326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F95A3"/>
                </a:solidFill>
                <a:latin typeface="Calibri"/>
              </a:defRPr>
            </a:pPr>
            <a:r>
              <a:t>Shared by Denis Glavatskikh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94360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#to_read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Evgenia Gorbacheva received 25× from Andrei Pugachev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"Evgenia Gorbacheva received 25× from Andrei Pugachev"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Radu Stoia received 50× from Ilya Borisov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"Radu Stoia received 50× from Ilya Borisov"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