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August 20,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Liliya Garifullina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19</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Executive Team · * United States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For all interviewers: We're AI-native company and we've been deliberate about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"For all interviewers: We're AI-native company and we've been deliberate about where AI belongs in how we work. Hiring is one area where we need to be equally deliberate. We've noticed candidates using AI assistants during live interviews. To be clear on our position: we don't accept AI use in interv"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all, big one for Bidmachine: we just published 's take on why an SDK-first se...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all, big one for Bidmachine: we just published 's take on why an SDK-first setup and ML are central to ad tech. This market POV is worth reading and sharing!"</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https://appodeal.slack.com/archives/C0BBWHBLBNY/p1787062293934359</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"https://appodeal.slack.com/archives/C0BBWHBLBNY/p1787062293934359"</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Gleb Krahotkin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Eren Sakarya received 20× from Zhexuan Qiu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"Eren Sakarya received 20× from Zhexuan Qiu"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alexander.ignatov received 25× from Konstantin Elizarov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"alexander.ignatov received 25× from Konstantin Elizarov"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