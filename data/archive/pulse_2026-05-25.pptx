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May 25,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Alex Kozhura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Gaming UA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Maksym Fedorov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Exchange Engineering · * Bulgaria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all! Happy Friday We want to make sure everyone has the tools they need to d...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all! Happy Friday We want to make sure everyone has the tools they need to do their best work — so here's a quick reminder about our Equipment Policy. Need to upgrade old equipment? If your laptop is 5+ years old (or mobile device 3+ years) and it's slowing you down, you can request an upgrade.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 Thursday, June 4th, is a public holiday in Poland (Corpus Christi / Boże...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 Thursday, June 4th, is a public holiday in Poland (Corpus Christi / Boże Ciało), so it will be an official day off for the Polish office! Please keep this in mind when planning your work"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Iryna Peretiatko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Dima M. received 10× from 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"Dima M. received 10× from Anna Timoshenko"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Artem Orlov Juan Montero Emil Sharafiev Cagatay Akcam received 12× from Francesc...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"Artem Orlov Juan Montero Emil Sharafiev Cagatay Akcam received 12× from Francesco"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