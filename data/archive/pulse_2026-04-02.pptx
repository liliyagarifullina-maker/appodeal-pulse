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Thursday, April 02,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Anton Balaev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April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Andrei Shurykin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April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Hey team, Big personal news — I became a dad for the second time! Feeling incred...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"Hey team, Big personal news — I became a dad for the second time! Feeling incredibly happy and wanted to share the joy with you all. Stepping away for family duties — back soon!"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Ivan Khorev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Colleagues, it has been an interesting 1.5-year journey, but I have to move on.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"Colleagues, it has been an interesting 1.5-year journey, but I have to move on. This company gave me the opportunity to feel truly useful: $317K in fee uplift from the floor optimization project for 2 last quarters, plus $1.5M/year in savings for S3 storage thanks to an approach I invented with zstd"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Ihor Bobak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everyone , First of all, a huge thank you to everyone who submitted their gam...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everyone , First of all, a huge thank you to everyone who submitted their games to &lt;#C0ABV3EDRQC&gt; — it takes real effort to bring an idea to a playable stage, and we truly appreciate the time, creativity, and thought you put into your projects. And special thanks to the &lt;!subteam^S05ARPM4MC0&gt; tea"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Anastasia Kalugina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Andrea Aloisi Hanna Minko received 15× from Tatiana Rokhlova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"Andrea Aloisi Hanna Minko received 15× from Tatiana Rokhlova"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Danila Matveev Mikita Dzianisevich received 5× from Vladimir Samoylov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"Danila Matveev Mikita Dzianisevich received 5× from Vladimir Samoylov"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