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April 06,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Sergei Smirnov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lidia.g Diana Mytchyk mariia Tanya Kuznetsova Jura Guz Oxana Drake Ira Emma rece...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"lidia.g Diana Mytchyk mariia Tanya Kuznetsova Jura Guz Oxana Drake Ira Emma received 6× from Yuliia Lievoshko"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Michael Lotfy received 50× from Wojo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"Michael Lotfy received 50× from Wojo"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