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Saturday, March 14,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ECC71"/>
                </a:solidFill>
                <a:latin typeface="Calibri"/>
              </a:defRPr>
            </a:pPr>
            <a:r>
              <a:t>🌱 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ECC71"/>
                </a:solidFill>
                <a:latin typeface="Calibri"/>
              </a:defRPr>
            </a:pPr>
            <a:r>
              <a:t>Connect Groups Spring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Connect Groups Spring Season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CC71"/>
                </a:solidFill>
                <a:latin typeface="Calibri"/>
              </a:defRPr>
            </a:pPr>
            <a:r>
              <a:t>March–May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Employee-led communities on Circle connecting around shared interests, learning, and ideas — from sports and books to leadership and meaningful conversations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95A3"/>
                </a:solidFill>
                <a:latin typeface="Calibri"/>
              </a:defRPr>
            </a:pPr>
            <a:r>
              <a:t>Organized by Katarzyna Raniszewska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3498DB"/>
                </a:solidFill>
                <a:latin typeface="Calibri"/>
              </a:defRPr>
            </a:pPr>
            <a:r>
              <a:t>🚀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3498DB"/>
                </a:solidFill>
                <a:latin typeface="Calibri"/>
              </a:defRPr>
            </a:pPr>
            <a:r>
              <a:t>Coolify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3498DB"/>
                </a:solidFill>
                <a:latin typeface="Calibri"/>
              </a:defRPr>
            </a:pPr>
            <a: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🎉 community reactions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DevOps Breakthrough: One-Click App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Our DevOps team just launched Coolify — a service that lets you deploy applications in just a few clicks. Perfect for rapid prototyping and quick iterations.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67E22"/>
                </a:solidFill>
                <a:latin typeface="Calibri"/>
              </a:defRPr>
            </a:pPr>
            <a:r>
              <a:t>⚡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67E22"/>
                </a:solidFill>
                <a:latin typeface="Calibri"/>
              </a:defRPr>
            </a:pPr>
            <a:r>
              <a:t>Innovation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E67E22"/>
                </a:solidFill>
                <a:latin typeface="Calibri"/>
              </a:defRPr>
            </a:pPr>
            <a:r>
              <a:t>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tool creation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Non-engineering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Building Culture: From Ideas to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Non-engineering teams are creating useful tools at impressive speed, showing we're learning fast and moving in the right direction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"Strong sign of innovation culture across all departments"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B59B6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B59B6"/>
                </a:solidFill>
                <a:latin typeface="Calibri"/>
              </a:defRPr>
            </a:pPr>
            <a:r>
              <a:t>DevOps Hero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9B59B6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Mykhailo Kukharskyi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"Amazing work on Coolify deployment system"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9B59B6"/>
                </a:solidFill>
                <a:latin typeface="Calibri"/>
              </a:defRPr>
            </a:pPr>
            <a:r>
              <a:t>Innovation · Excellence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74C3C"/>
                </a:solidFill>
                <a:latin typeface="Calibri"/>
              </a:defRPr>
            </a:pPr>
            <a:r>
              <a:t>🔥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74C3C"/>
                </a:solidFill>
                <a:latin typeface="Calibri"/>
              </a:defRPr>
            </a:pPr>
            <a:r>
              <a:t>UI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74C3C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Viktor Trykolenko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Iurii Kotov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UI development work"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74C3C"/>
                </a:solidFill>
                <a:latin typeface="Calibri"/>
              </a:defRPr>
            </a:pPr>
            <a:r>
              <a:t>Craftsmanship · Quality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39C12"/>
                </a:solidFill>
                <a:latin typeface="Calibri"/>
              </a:defRPr>
            </a:pPr>
            <a:r>
              <a:t>🌟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39C12"/>
                </a:solidFill>
                <a:latin typeface="Calibri"/>
              </a:defRPr>
            </a:pPr>
            <a:r>
              <a:t>Marketing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39C12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Jasmine Nunez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Michelle Walter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marketing campaign performance"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39C12"/>
                </a:solidFill>
                <a:latin typeface="Calibri"/>
              </a:defRPr>
            </a:pPr>
            <a:r>
              <a:t>Excellence · Impact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1ABC9C"/>
                </a:solidFill>
                <a:latin typeface="Calibri"/>
              </a:defRPr>
            </a:pPr>
            <a:r>
              <a:t>⭐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ABC9C"/>
                </a:solidFill>
                <a:latin typeface="Calibri"/>
              </a:defRPr>
            </a:pPr>
            <a:r>
              <a:t>Team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BC9C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Valentino Agazzi Mandozzi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Eren Sakarya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"Excellent teamwork and collaboration"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BC9C"/>
                </a:solidFill>
                <a:latin typeface="Calibri"/>
              </a:defRPr>
            </a:pPr>
            <a:r>
              <a:t>Teamwork · Support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E44AD"/>
                </a:solidFill>
                <a:latin typeface="Calibri"/>
              </a:defRPr>
            </a:pPr>
            <a:r>
              <a:t>💪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E44AD"/>
                </a:solidFill>
                <a:latin typeface="Calibri"/>
              </a:defRPr>
            </a:pPr>
            <a:r>
              <a:t>Product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8E44AD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Michael Lotfy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Issa Isahakyan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product management and leadership"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E44AD"/>
                </a:solidFill>
                <a:latin typeface="Calibri"/>
              </a:defRPr>
            </a:pPr>
            <a:r>
              <a:t>Leadership · Vision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ECC71"/>
                </a:solidFill>
                <a:latin typeface="Calibri"/>
              </a:defRPr>
            </a:pPr>
            <a:r>
              <a:t>🎯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ECC71"/>
                </a:solidFill>
                <a:latin typeface="Calibri"/>
              </a:defRPr>
            </a:pPr>
            <a:r>
              <a:t>Quality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2ECC71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Iurii Kotov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Ana Abuseridze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"Excellent engineering quality and attention to detail"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CC71"/>
                </a:solidFill>
                <a:latin typeface="Calibri"/>
              </a:defRPr>
            </a:pPr>
            <a:r>
              <a:t>Excellence · Precision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67E22"/>
                </a:solidFill>
                <a:latin typeface="Calibri"/>
              </a:defRPr>
            </a:pPr>
            <a:r>
              <a:t>🚀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67E22"/>
                </a:solidFill>
                <a:latin typeface="Calibri"/>
              </a:defRPr>
            </a:pPr>
            <a:r>
              <a:t>Development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67E22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Iurii Kotov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Dima 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"Incredible development speed and efficiency"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67E22"/>
                </a:solidFill>
                <a:latin typeface="Calibri"/>
              </a:defRPr>
            </a:pPr>
            <a:r>
              <a:t>Speed · Efficiency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34495E"/>
                </a:solidFill>
                <a:latin typeface="Calibri"/>
              </a:defRPr>
            </a:pPr>
            <a:r>
              <a:t>🔧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34495E"/>
                </a:solidFill>
                <a:latin typeface="Calibri"/>
              </a:defRPr>
            </a:pPr>
            <a:r>
              <a:t>Technical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34495E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Sergey Orlov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Roman de las Heras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technical contributions and problem-solving"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34495E"/>
                </a:solidFill>
                <a:latin typeface="Calibri"/>
              </a:defRPr>
            </a:pPr>
            <a:r>
              <a:t>Technical Excellence · Innovation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B59B6"/>
                </a:solidFill>
                <a:latin typeface="Calibri"/>
              </a:defRPr>
            </a:pPr>
            <a:r>
              <a:t>🎨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B59B6"/>
                </a:solidFill>
                <a:latin typeface="Calibri"/>
              </a:defRPr>
            </a:pPr>
            <a:r>
              <a:t>Creative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9B59B6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Dima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"Creative problem-solving and innovative approaches"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9B59B6"/>
                </a:solidFill>
                <a:latin typeface="Calibri"/>
              </a:defRPr>
            </a:pPr>
            <a:r>
              <a:t>Creativity · Innovation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9D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9D"/>
                </a:solidFill>
                <a:latin typeface="Calibri"/>
              </a:defRPr>
            </a:pPr>
            <a:r>
              <a:t>Birthday Celebration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Kirill Khramkov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Thanks, everyone! Grateful for all the warm birthday wishes from the team.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6B9D"/>
                </a:solidFill>
                <a:latin typeface="Calibri"/>
              </a:defRPr>
            </a:pPr>
            <a:r>
              <a:t>Celebrated by colleagues with heartfelt messages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💰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7AE60"/>
                </a:solidFill>
                <a:latin typeface="Calibri"/>
              </a:defRPr>
            </a:pPr>
            <a:r>
              <a:t>Revenue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27AE60"/>
                </a:solidFill>
                <a:latin typeface="Calibri"/>
              </a:defRPr>
            </a:pPr>
            <a:r>
              <a:t>$100M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gross profit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Strong Financial 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Company continues on track with ~$100M gross profit and $20M EBITDA, maintaining 40% year-over-year growth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B59B6"/>
                </a:solidFill>
                <a:latin typeface="Calibri"/>
              </a:defRPr>
            </a:pPr>
            <a:r>
              <a:t>🎮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B59B6"/>
                </a:solidFill>
                <a:latin typeface="Calibri"/>
              </a:defRPr>
            </a:pPr>
            <a:r>
              <a:t>Gaming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9B59B6"/>
                </a:solidFill>
                <a:latin typeface="Calibri"/>
              </a:defRPr>
            </a:pPr>
            <a:r>
              <a:t>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retention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Gaming Division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Infinite Minesweeper Breakthrough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Our Infinite Minesweeper achieved 61% retention, hitting Apple's ERA benchmark of 151-160%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"Gaming division turned profitable in 2025"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3498DB"/>
                </a:solidFill>
                <a:latin typeface="Calibri"/>
              </a:defRPr>
            </a:pPr>
            <a:r>
              <a:t>🤖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3498DB"/>
                </a:solidFill>
                <a:latin typeface="Calibri"/>
              </a:defRPr>
            </a:pPr>
            <a:r>
              <a:t>AI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3498DB"/>
                </a:solidFill>
                <a:latin typeface="Calibri"/>
              </a:defRPr>
            </a:pPr>
            <a:r>
              <a:t>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AI agents per employee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AI-First Workforce 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Strategic initiative: every employee will manage 5-10 AI agents within 3-6 months, revolutionizing how we 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74C3C"/>
                </a:solidFill>
                <a:latin typeface="Calibri"/>
              </a:defRPr>
            </a:pPr>
            <a:r>
              <a:t>🛡️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74C3C"/>
                </a:solidFill>
                <a:latin typeface="Calibri"/>
              </a:defRPr>
            </a:pPr>
            <a:r>
              <a:t>Fraud Prevention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E74C3C"/>
                </a:solidFill>
                <a:latin typeface="Calibri"/>
              </a:defRPr>
            </a:pPr>
            <a:r>
              <a:t>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fraud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Security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Fraud Detection Breakthrough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Dynamic SDK signatures reduced fraud from 22% to under 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"Massive improvement in platform security and trust"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