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Saturday, March 14,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D4AA"/>
                </a:solidFill>
                <a:latin typeface="Calibri"/>
              </a:defRPr>
            </a:pPr>
            <a:r>
              <a:t>DevOps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00D4AA"/>
                </a:solidFill>
                <a:latin typeface="Calibri"/>
              </a:defRPr>
            </a:pPr>
            <a:r>
              <a:t>Coolify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Platform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 &amp; DevOps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One-Click App Deployment Goes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DevOps team just launched Coolify - a revolutionary platform that lets you deploy applications in just a few clicks. No more complex deployment processes!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"Empowering every team to ship faster"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🌱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Connect Groups Spring Season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Connect Groups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0B981"/>
                </a:solidFill>
                <a:latin typeface="Calibri"/>
              </a:defRPr>
            </a:pPr>
            <a:r>
              <a:t>March -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Employee-led communities are officially entering Spring Season! From sports and books to leadership conversations - join your tribe and connect around shared interests on Circle.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🤖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Zero-Code 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From Idea to Production with Pure AI Magic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"I built a fully automated AI-powered system — from idea to production — using only AI tools and zero coding experience. If I can do it, you can too!"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Liliya Garifullina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CF6"/>
                </a:solidFill>
                <a:latin typeface="Calibri"/>
              </a:defRPr>
            </a:pPr>
            <a:r>
              <a:t>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📈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Engineering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59E0B"/>
                </a:solidFill>
                <a:latin typeface="Calibri"/>
              </a:defRPr>
            </a:pPr>
            <a:r>
              <a:t>Great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Building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Leadership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Non-Engineering Teams Creating Amazing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We're seeing incredible momentum as non-engineering teams rapidly build useful tools. This shows we're learning fast and moving in the right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"Innovation mindset spreads across all teams"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DevOps Hero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F4444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Mykhailo Kukharskyi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"Launching Coolify platform and enabling one-click deployments for everyone"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F4444"/>
                </a:solidFill>
                <a:latin typeface="Calibri"/>
              </a:defRPr>
            </a:pPr>
            <a:r>
              <a:t>Innovation · Excellence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🙌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Mobile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6B6D4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Viktor Trykolenko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Iurii Kotov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mobile development contributions"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6B6D4"/>
                </a:solidFill>
                <a:latin typeface="Calibri"/>
              </a:defRPr>
            </a:pPr>
            <a:r>
              <a:t>Technical Excellence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Team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0B981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Jasmine Nunez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Michelle Walter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leadership and team support"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0B981"/>
                </a:solidFill>
                <a:latin typeface="Calibri"/>
              </a:defRPr>
            </a:pPr>
            <a:r>
              <a:t>Leadership · Collaboration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Innovation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B5CF6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Michael Lotfy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Issa Isahakyan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"Driving innovation and technical excellence"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CF6"/>
                </a:solidFill>
                <a:latin typeface="Calibri"/>
              </a:defRPr>
            </a:pPr>
            <a:r>
              <a:t>Innovation · Excellence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Game Development Stars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59E0B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Sergey Orlov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Roman de las Heras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game development and creative contributions"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59E0B"/>
                </a:solidFill>
                <a:latin typeface="Calibri"/>
              </a:defRPr>
            </a:pPr>
            <a:r>
              <a:t>Creativity · Excellence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🚀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Development Team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F4444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Ana Abuseridze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development skills and team contributions"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F4444"/>
                </a:solidFill>
                <a:latin typeface="Calibri"/>
              </a:defRPr>
            </a:pPr>
            <a:r>
              <a:t>Technical Skills · Teamwork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472B6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472B6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Kirill Khramkov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Thanks, everyone - grateful for all the birthday wishes from this amazing team!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472B6"/>
                </a:solidFill>
                <a:latin typeface="Calibri"/>
              </a:defRPr>
            </a:pPr>
            <a:r>
              <a:t>Engineering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Financial Powerhouse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10B981"/>
                </a:solidFill>
                <a:latin typeface="Calibri"/>
              </a:defRPr>
            </a:pPr>
            <a:r>
              <a:t>$100M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Gross Profit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Appodeal's Incredible Growth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We're building something extraordinary - $100M gross profit with $20M EBITDA and 40% year-over-year growth projected. The path to our $50B vision is crystal clear.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Gaming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8B5CF6"/>
                </a:solidFill>
                <a:latin typeface="Calibri"/>
              </a:defRPr>
            </a:pPr>
            <a:r>
              <a:t>Profitable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2025 Achievement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Gaming Division Hits Profitability Milestone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gaming portfolio officially turned profitable in 2025, with standout performances from Infinite Minesweeper (61% retention) and major improvements in Solitaire and Crossword.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"Strategic gaming investments paying off big"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🤖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AI-First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06B6D4"/>
                </a:solidFill>
                <a:latin typeface="Calibri"/>
              </a:defRPr>
            </a:pPr>
            <a:r>
              <a:t>5-10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AI Agents per Employee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Every Employee Managing AI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Within 3-6 months, every Appodeal team member will manage 5-10 AI agents. We're not just using AI - we're becoming an AI-amplified workforce.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Fraud Prevention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F4444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Dynamic SDK Signatures Crush Fraud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innovative dynamic SDK signatures slashed fraud rates from 22% to under 4% - a massive win for platform security and advertiser trust.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"World-class security drives business growth"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💵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Sales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10B981"/>
                </a:solidFill>
                <a:latin typeface="Calibri"/>
              </a:defRPr>
            </a:pPr>
            <a:r>
              <a:t>$390k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Weekly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Sales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8 Deals Closed in Single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sales machine is firing on all cylinders - 8 deals closed generating $390k net revenue in just one week. The momentum is incredible.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"Sales excellence driving company growth"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