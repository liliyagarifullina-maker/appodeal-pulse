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Saturday, March 14,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6B9D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6B9D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Kirill Khramkov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Thanks, everyone — your warm wishes truly made my day special!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6B9D"/>
                </a:solidFill>
                <a:latin typeface="Calibri"/>
              </a:defRPr>
            </a:pPr>
            <a:r>
              <a:t>Engineering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4ECDC4"/>
                </a:solidFill>
                <a:latin typeface="Calibri"/>
              </a:defRPr>
            </a:pPr>
            <a:r>
              <a:t>👏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ECDC4"/>
                </a:solidFill>
                <a:latin typeface="Calibri"/>
              </a:defRPr>
            </a:pPr>
            <a:r>
              <a:t>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4ECDC4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Mykhailo Kukharskyi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Gleb Krahotkin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"Outstanding DevOps innovation with Coolify deployment platform"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4ECDC4"/>
                </a:solidFill>
                <a:latin typeface="Calibri"/>
              </a:defRPr>
            </a:pPr>
            <a:r>
              <a:t>Innovation · Excellence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4D"/>
                </a:solidFill>
                <a:latin typeface="Calibri"/>
              </a:defRPr>
            </a:pPr>
            <a:r>
              <a:t>🔥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4D"/>
                </a:solidFill>
                <a:latin typeface="Calibri"/>
              </a:defRPr>
            </a:pPr>
            <a:r>
              <a:t>Team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B74D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Viktor Trykolenko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Iurii Kotov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"Exceptional technical leadership and project delivery"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B74D"/>
                </a:solidFill>
                <a:latin typeface="Calibri"/>
              </a:defRPr>
            </a:pPr>
            <a:r>
              <a:t>Leadership · Delivery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957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9575CD"/>
                </a:solidFill>
                <a:latin typeface="Calibri"/>
              </a:defRPr>
            </a:pPr>
            <a:r>
              <a:t>⭐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9575CD"/>
                </a:solidFill>
                <a:latin typeface="Calibri"/>
              </a:defRPr>
            </a:pPr>
            <a:r>
              <a:t>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9575CD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Jasmine Nunez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Michelle Walter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"Outstanding performance and dedication to quality"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9575CD"/>
                </a:solidFill>
                <a:latin typeface="Calibri"/>
              </a:defRPr>
            </a:pPr>
            <a:r>
              <a:t>Excellence · Quality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6C6DA"/>
                </a:solidFill>
                <a:latin typeface="Calibri"/>
              </a:defRPr>
            </a:pPr>
            <a:r>
              <a:t>🚀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26C6DA"/>
                </a:solidFill>
                <a:latin typeface="Calibri"/>
              </a:defRPr>
            </a:pPr>
            <a:r>
              <a:t>Team Spirit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26C6DA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Michael Lotfy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Isahakyan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"Incredible teamwork and collaborative excellence"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26C6DA"/>
                </a:solidFill>
                <a:latin typeface="Calibri"/>
              </a:defRPr>
            </a:pPr>
            <a:r>
              <a:t>Collaboration · Teamwork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66BB6A"/>
                </a:solidFill>
                <a:latin typeface="Calibri"/>
              </a:defRPr>
            </a:pPr>
            <a:r>
              <a:t>💪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66BB6A"/>
                </a:solidFill>
                <a:latin typeface="Calibri"/>
              </a:defRPr>
            </a:pPr>
            <a:r>
              <a:t>Engineering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66BB6A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Valentino Agazzi Mandozzi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Eren Sakarya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"Exceptional technical expertise and problem-solving"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66BB6A"/>
                </a:solidFill>
                <a:latin typeface="Calibri"/>
              </a:defRPr>
            </a:pPr>
            <a:r>
              <a:t>Technical Excellence · Innovation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7043"/>
                </a:solidFill>
                <a:latin typeface="Calibri"/>
              </a:defRPr>
            </a:pPr>
            <a:r>
              <a:t>🎯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7043"/>
                </a:solidFill>
                <a:latin typeface="Calibri"/>
              </a:defRPr>
            </a:pPr>
            <a:r>
              <a:t>DevOps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7043"/>
                </a:solidFill>
                <a:latin typeface="Calibri"/>
              </a:defRPr>
            </a:pPr>
            <a:r>
              <a:t>1-click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Gleb Krahotkin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Coolify Platform 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Revolutionary deployment service now available to all teams — deploy applications in just a few clicks with comprehensive security guidelines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"Empowering non-engineering teams to build and deploy faster than ever"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42A5F5"/>
                </a:solidFill>
                <a:latin typeface="Calibri"/>
              </a:defRPr>
            </a:pPr>
            <a:r>
              <a:t>🤖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2A5F5"/>
                </a:solidFill>
                <a:latin typeface="Calibri"/>
              </a:defRPr>
            </a:pPr>
            <a:r>
              <a:t>AI Revolution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42A5F5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AI-powered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Liliya Garifullina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Zero-Code AI Dashboard Success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Built fully automated AI system from Slack data to live office TV dashboard using only AI tools — no coding required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"Proof that our AI-first future is already here — if she can do it, you can too!"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AB47BC"/>
                </a:solidFill>
                <a:latin typeface="Calibri"/>
              </a:defRPr>
            </a:pPr>
            <a:r>
              <a:t>💡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AB47BC"/>
                </a:solidFill>
                <a:latin typeface="Calibri"/>
              </a:defRPr>
            </a:pPr>
            <a:r>
              <a:t>Innovation Mindset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Build Fast, Learn Faster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"We're making great progress in building products, and it's especially exciting to see how quickly non-engineering teams have created so many useful tools. This is a strong sign that we're learning fast and moving in the right direction."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Alexandr Zhitlukhin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2120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B47BC"/>
                </a:solidFill>
                <a:latin typeface="Calibri"/>
              </a:defRPr>
            </a:pPr>
            <a:r>
              <a:t>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66BB6A"/>
                </a:solidFill>
                <a:latin typeface="Calibri"/>
              </a:defRPr>
            </a:pPr>
            <a:r>
              <a:t>🌱 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66BB6A"/>
                </a:solidFill>
                <a:latin typeface="Calibri"/>
              </a:defRPr>
            </a:pPr>
            <a:r>
              <a:t>Spring Launch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Connect Groups Spring Season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6BB6A"/>
                </a:solidFill>
                <a:latin typeface="Calibri"/>
              </a:defRPr>
            </a:pPr>
            <a:r>
              <a:t>March–May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Employee-led communities on Circle connecting around shared interests, learning, and ideas — from sports and books to leadership and meaningful conversations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F95A3"/>
                </a:solidFill>
                <a:latin typeface="Calibri"/>
              </a:defRPr>
            </a:pPr>
            <a:r>
              <a:t>Organized by Katarzyna Raniszewska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A726"/>
                </a:solidFill>
                <a:latin typeface="Calibri"/>
              </a:defRPr>
            </a:pPr>
            <a:r>
              <a:t>🌟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A726"/>
                </a:solidFill>
                <a:latin typeface="Calibri"/>
              </a:defRPr>
            </a:pPr>
            <a:r>
              <a:t>Cross-Team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A726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Sergey Orlov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Roman de las Heras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"Outstanding cross-functional collaboration and results delivery"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A726"/>
                </a:solidFill>
                <a:latin typeface="Calibri"/>
              </a:defRPr>
            </a:pPr>
            <a:r>
              <a:t>Collaboration · Results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8BC34A"/>
                </a:solidFill>
                <a:latin typeface="Calibri"/>
              </a:defRPr>
            </a:pPr>
            <a:r>
              <a:t>🎖️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8BC34A"/>
                </a:solidFill>
                <a:latin typeface="Calibri"/>
              </a:defRPr>
            </a:pPr>
            <a:r>
              <a:t>Multi-Team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8BC34A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Agustin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aleksandr.chigaleichik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"Exceptional problem-solving and technical guidance"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BC34A"/>
                </a:solidFill>
                <a:latin typeface="Calibri"/>
              </a:defRPr>
            </a:pPr>
            <a:r>
              <a:t>Problem Solving · Mentorship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9B6F6"/>
                </a:solidFill>
                <a:latin typeface="Calibri"/>
              </a:defRPr>
            </a:pPr>
            <a:r>
              <a:t>🏆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29B6F6"/>
                </a:solidFill>
                <a:latin typeface="Calibri"/>
              </a:defRPr>
            </a:pPr>
            <a:r>
              <a:t>Team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29B6F6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Iurii Kotov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Ana Abuseridze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"Outstanding teamwork and collaborative spirit"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29B6F6"/>
                </a:solidFill>
                <a:latin typeface="Calibri"/>
              </a:defRPr>
            </a:pPr>
            <a:r>
              <a:t>Teamwork · Collaboration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4CAF50"/>
                </a:solidFill>
                <a:latin typeface="Calibri"/>
              </a:defRPr>
            </a:pPr>
            <a:r>
              <a:t>💰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4CAF50"/>
                </a:solidFill>
                <a:latin typeface="Calibri"/>
              </a:defRPr>
            </a:pPr>
            <a:r>
              <a:t>Company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4CAF50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YoY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Record Financial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Approaching $100M gross profit with $20M EBITDA, maintaining strong 40% year-over-year growth trajectory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91E63"/>
                </a:solidFill>
                <a:latin typeface="Calibri"/>
              </a:defRPr>
            </a:pPr>
            <a:r>
              <a:t>🎮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E91E63"/>
                </a:solidFill>
                <a:latin typeface="Calibri"/>
              </a:defRPr>
            </a:pPr>
            <a:r>
              <a:t>Gaming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E91E63"/>
                </a:solidFill>
                <a:latin typeface="Calibri"/>
              </a:defRPr>
            </a:pPr>
            <a:r>
              <a:t>200%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ROAS Milestone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Gaming Division Turns Profitable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Infinite Minesweeper hits 61% retention rate, Solitaire v540 achieves +21.67% D7 retention boost, and Crossword exceeds 200% ROAS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5722"/>
                </a:solidFill>
                <a:latin typeface="Calibri"/>
              </a:defRPr>
            </a:pPr>
            <a:r>
              <a:t>🛡️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5722"/>
                </a:solidFill>
                <a:latin typeface="Calibri"/>
              </a:defRPr>
            </a:pPr>
            <a:r>
              <a:t>Security Victory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FF5722"/>
                </a:solidFill>
                <a:latin typeface="Calibri"/>
              </a:defRPr>
            </a:pPr>
            <a:r>
              <a:t>82%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Fraud Reduction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Fraud Rate Dramatically Reduced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Dynamic SDK signatures successfully reduced fraud from 22% to under 4%, protecting revenue and user experience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9C27B0"/>
                </a:solidFill>
                <a:latin typeface="Calibri"/>
              </a:defRPr>
            </a:pPr>
            <a:r>
              <a:t>🤖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9C27B0"/>
                </a:solidFill>
                <a:latin typeface="Calibri"/>
              </a:defRPr>
            </a:pPr>
            <a:r>
              <a:t>AI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9C27B0"/>
                </a:solidFill>
                <a:latin typeface="Calibri"/>
              </a:defRPr>
            </a:pPr>
            <a:r>
              <a:t>1000+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Daily AI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AI-First Future Accelerating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Every employee will manage 5-10 AI agents within 3-6 months. OKR Auditor already checks 1,000+ OKRs daily, Daria AI saves $4k/week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