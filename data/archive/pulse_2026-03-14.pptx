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Saturday, March 14,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35"/>
                </a:solidFill>
                <a:latin typeface="Calibri"/>
              </a:defRPr>
            </a:pPr>
            <a:r>
              <a:t>Innovation Explosion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6B35"/>
                </a:solidFill>
                <a:latin typeface="Calibri"/>
              </a:defRPr>
            </a:pPr>
            <a: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AI tools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Non-engineering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Everyone's Building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non-engineering teams have created countless useful AI tools, proving we're all builders now. This rapid innovation shows we're learning fast and moving in the right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"When everyone builds, everyone wins"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Calibri"/>
              </a:defRPr>
            </a:pPr>
            <a:r>
              <a:t>🌱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2C55E"/>
                </a:solidFill>
                <a:latin typeface="Calibri"/>
              </a:defRPr>
            </a:pPr>
            <a:r>
              <a:t>Spring Connections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Connect Groups Spring Season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2C55E"/>
                </a:solidFill>
                <a:latin typeface="Calibri"/>
              </a:defRPr>
            </a:pPr>
            <a:r>
              <a:t>March–May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Employee-led communities on Circle where we connect around shared interests, learning, and ideas — from sports and books to leadership, games, and meaningful conversations. Season officially launched!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Katarzyna Raniszewska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⚡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DevOps Magic Unleashed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8B5CF6"/>
                </a:solidFill>
                <a:latin typeface="Calibri"/>
              </a:defRPr>
            </a:pPr>
            <a: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reactions &amp; celebrates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One-Click Deployment Revolution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Gleb and the DevOps team launched Coolify — deploy applications in just a few clicks. The community response has been explosive with massive engagement across all channels.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🤖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6B6D4"/>
                </a:solidFill>
                <a:latin typeface="Calibri"/>
              </a:defRPr>
            </a:pPr>
            <a:r>
              <a:t>Zero-Code AI Mastery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06B6D4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AI-powered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Liliya Garifullina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From Slack to Live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Built a fully automated AI system — Slack data curation to auto-deploying live office TVs — using only AI tools and zero coding experience. A perfect example of our democratized building culture.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"If she can do it, you can too"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Kirill Khramkov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Thanks, everyone — your warm wishes made my day extra special!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59E0B"/>
                </a:solidFill>
                <a:latin typeface="Calibri"/>
              </a:defRPr>
            </a:pPr>
            <a:r>
              <a:t>Engineering • Barcelona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C4899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C4899"/>
                </a:solidFill>
                <a:latin typeface="Calibri"/>
              </a:defRPr>
            </a:pPr>
            <a:r>
              <a:t>DevOps Champion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C4899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Mykhailo Kukharskyi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work on Coolify deployment platform"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C4899"/>
                </a:solidFill>
                <a:latin typeface="Calibri"/>
              </a:defRPr>
            </a:pPr>
            <a:r>
              <a:t>Innovation · Excellence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🔥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Technical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F4444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Viktor Trykolenko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Iurii Kotov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technical leadership and innovation"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F4444"/>
                </a:solidFill>
                <a:latin typeface="Calibri"/>
              </a:defRPr>
            </a:pPr>
            <a:r>
              <a:t>Excellence · Leadership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⭐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Product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8B5CF6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Jasmine Nunez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Michelle Walter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product management and delivery"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CF6"/>
                </a:solidFill>
                <a:latin typeface="Calibri"/>
              </a:defRPr>
            </a:pPr>
            <a:r>
              <a:t>Excellence ·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🚀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0B981"/>
                </a:solidFill>
                <a:latin typeface="Calibri"/>
              </a:defRPr>
            </a:pPr>
            <a:r>
              <a:t>Team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0B981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Michael Lotfy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Isahakyan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teamwork and collaboration"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0B981"/>
                </a:solidFill>
                <a:latin typeface="Calibri"/>
              </a:defRPr>
            </a:pPr>
            <a:r>
              <a:t>Teamwork · Excellence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⚡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Engineering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59E0B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Valentino Agazzi Mandozzi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Eren Sakarya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"Brilliant engineering solutions and execution"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59E0B"/>
                </a:solidFill>
                <a:latin typeface="Calibri"/>
              </a:defRPr>
            </a:pPr>
            <a:r>
              <a:t>Innovation · Excellence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🌟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6B6D4"/>
                </a:solidFill>
                <a:latin typeface="Calibri"/>
              </a:defRPr>
            </a:pPr>
            <a:r>
              <a:t>Management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6B6D4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Sergey Orlov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Roman de las Heras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leadership and team management"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6B6D4"/>
                </a:solidFill>
                <a:latin typeface="Calibri"/>
              </a:defRPr>
            </a:pPr>
            <a:r>
              <a:t>Leadership · Excellence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C4899"/>
                </a:solidFill>
                <a:latin typeface="Calibri"/>
              </a:defRPr>
            </a:pPr>
            <a:r>
              <a:t>💎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C4899"/>
                </a:solidFill>
                <a:latin typeface="Calibri"/>
              </a:defRPr>
            </a:pPr>
            <a:r>
              <a:t>Quality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C4899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Iurii Kotov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Ana Abuseridze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quality and attention to detail"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C4899"/>
                </a:solidFill>
                <a:latin typeface="Calibri"/>
              </a:defRPr>
            </a:pPr>
            <a:r>
              <a:t>Quality · Excellence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🔥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Technical Mastery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F4444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Iurii Kotov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Dima 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technical expertise and problem-solving"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F4444"/>
                </a:solidFill>
                <a:latin typeface="Calibri"/>
              </a:defRPr>
            </a:pPr>
            <a:r>
              <a:t>Technical Excellence · Innovation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🤖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Engineering Security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Coolify: Power with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"Unfortunately, AI doesn't always generate secure applications, so Coolify and all services deployed in it are accessible by everyone in the company"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5CF6"/>
                </a:solidFill>
                <a:latin typeface="Calibri"/>
              </a:defRPr>
            </a:pPr>
            <a:r>
              <a:t>🔒 ⚠️ 🛡️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💰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0B981"/>
                </a:solidFill>
                <a:latin typeface="Calibri"/>
              </a:defRPr>
            </a:pPr>
            <a:r>
              <a:t>Revenue Powerhouse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10B981"/>
                </a:solidFill>
                <a:latin typeface="Calibri"/>
              </a:defRPr>
            </a:pPr>
            <a:r>
              <a:t>$100M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gross profit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$100M Gross Profit Milestone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We've reached approximately $100M in gross profit with $20M EBITDA and 40% year-over-year growth projected. Our financial engine is firing on all cylinders.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🎯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AI-Powered Workforce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59E0B"/>
                </a:solidFill>
                <a:latin typeface="Calibri"/>
              </a:defRPr>
            </a:pPr>
            <a:r>
              <a:t>1,500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employees × 10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Every Employee + 5-10 AI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Within 3-6 months, every Appodeal employee will manage 5-10 AI agents. We're not just using AI — we're becoming an AI-amplified organization where humans and machines work together seamlessly.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C4899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C4899"/>
                </a:solidFill>
                <a:latin typeface="Calibri"/>
              </a:defRPr>
            </a:pPr>
            <a:r>
              <a:t>Gaming Goes 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C4899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profitable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Gaming Division Hits Profitability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After years of investment and optimization, our gaming division finally turned profitable in 2025. A testament to persistence and strategic execution.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"Long-term vision pays off"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💎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6B6D4"/>
                </a:solidFill>
                <a:latin typeface="Calibri"/>
              </a:defRPr>
            </a:pPr>
            <a:r>
              <a:t>Retention Champion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06B6D4"/>
                </a:solidFill>
                <a:latin typeface="Calibri"/>
              </a:defRPr>
            </a:pPr>
            <a: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Infinite Minesweeper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Crushing Apple 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Infinite Minesweeper achieved 61% retention, significantly outperforming Apple's benchmark ERA of 151-160%. Our gaming products are not just profitable — they're sticky.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"Quality games = loyal players"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Fraud Defense Victory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F4444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Security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Fraud Crushed: 22% → 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Dynamic SDK signatures reduced fraud from 22% to under 4%. Our advanced security measures are protecting revenue and maintaining platform integrity.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"Smart security = clean revenue"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