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Saturday, March 14,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6B6B"/>
                </a:solidFill>
                <a:latin typeface="Calibri"/>
              </a:defRPr>
            </a:pPr>
            <a:r>
              <a:t>🎉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6B6B"/>
                </a:solidFill>
                <a:latin typeface="Calibri"/>
              </a:defRPr>
            </a:pPr>
            <a:r>
              <a:t>Birthday Celebration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Artem Orlov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Thanks, everyone for all the warm wishes and kind words!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6B6B"/>
                </a:solidFill>
                <a:latin typeface="Calibri"/>
              </a:defRPr>
            </a:pPr>
            <a:r>
              <a:t>Engineering Team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4ECDC4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4ECDC4"/>
                </a:solidFill>
                <a:latin typeface="Calibri"/>
              </a:defRPr>
            </a:pPr>
            <a:r>
              <a:t>Birthday Celebration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Kirill Khramkov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Thanks, everyone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ECDC4"/>
                </a:solidFill>
                <a:latin typeface="Calibri"/>
              </a:defRPr>
            </a:pPr>
            <a:r>
              <a:t>Development Team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2C55E"/>
                </a:solidFill>
                <a:latin typeface="Calibri"/>
              </a:defRPr>
            </a:pPr>
            <a:r>
              <a:t>🌱 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2C55E"/>
                </a:solidFill>
                <a:latin typeface="Calibri"/>
              </a:defRPr>
            </a:pPr>
            <a:r>
              <a:t>Spring Season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Connect Groups Spring Season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2C55E"/>
                </a:solidFill>
                <a:latin typeface="Calibri"/>
              </a:defRPr>
            </a:pPr>
            <a:r>
              <a:t>March–May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Employee-led communities on Circle are now open for the Spring Season! Join groups around shared interests, learning, sports, books, leadership, games, and meaningful conversations.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95A3"/>
                </a:solidFill>
                <a:latin typeface="Calibri"/>
              </a:defRPr>
            </a:pPr>
            <a:r>
              <a:t>Organized by Katarzyna Raniszewska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alibri"/>
              </a:defRPr>
            </a:pPr>
            <a:r>
              <a:t>🚀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3B82F6"/>
                </a:solidFill>
                <a:latin typeface="Calibri"/>
              </a:defRPr>
            </a:pPr>
            <a:r>
              <a:t>Infrastructure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3B82F6"/>
                </a:solidFill>
                <a:latin typeface="Calibri"/>
              </a:defRPr>
            </a:pPr>
            <a:r>
              <a:t>1-Click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DevOps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Coolify Platform 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Our DevOps team has launched Coolify - a powerful service that allows you to deploy applications in just a few clicks. Complete with security guidelines and documentation.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"Democratizing deployment for all teams"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alibri"/>
              </a:defRPr>
            </a:pPr>
            <a:r>
              <a:t>💡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8B5CF6"/>
                </a:solidFill>
                <a:latin typeface="Calibri"/>
              </a:defRPr>
            </a:pPr>
            <a:r>
              <a:t>Innovation Mindset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Non-Engineering Teams Building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"We're making great progress in building products, and it's especially exciting to see how quickly non-engineering teams have created so many useful tools. This is a strong sign that we're learning fast and moving in the right direction."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Alexandr Zhitlukhin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12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B5CF6"/>
                </a:solidFill>
                <a:latin typeface="Calibri"/>
              </a:defRPr>
            </a:pPr>
            <a:r>
              <a:t>🔥 ×16, 👏 ×11, 🫡 ×7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59E0B"/>
                </a:solidFill>
                <a:latin typeface="Calibri"/>
              </a:defRPr>
            </a:pPr>
            <a:r>
              <a:t>DevOps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59E0B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Mykhailo Kukharskyi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Gleb Krahotkin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infrastructure work and platform development"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59E0B"/>
                </a:solidFill>
                <a:latin typeface="Calibri"/>
              </a:defRPr>
            </a:pPr>
            <a:r>
              <a:t>Innovation · Technical Excellence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F4444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F4444"/>
                </a:solidFill>
                <a:latin typeface="Calibri"/>
              </a:defRPr>
            </a:pPr>
            <a:r>
              <a:t>Team Collaboration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F4444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Viktor Trykolenko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Iurii Kotov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teamwork and project delivery"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F4444"/>
                </a:solidFill>
                <a:latin typeface="Calibri"/>
              </a:defRPr>
            </a:pPr>
            <a:r>
              <a:t>Collaboration · Excellence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10B981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0B981"/>
                </a:solidFill>
                <a:latin typeface="Calibri"/>
              </a:defRPr>
            </a:pPr>
            <a:r>
              <a:t>Leadership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0B981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Jasmine Nunez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Michelle Walter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leadership and team management"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0B981"/>
                </a:solidFill>
                <a:latin typeface="Calibri"/>
              </a:defRPr>
            </a:pPr>
            <a:r>
              <a:t>Leadership · Team Success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97316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97316"/>
                </a:solidFill>
                <a:latin typeface="Calibri"/>
              </a:defRPr>
            </a:pPr>
            <a:r>
              <a:t>Engineering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97316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Michael Lotfy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Issa Isahakyan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technical contributions and innovation"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97316"/>
                </a:solidFill>
                <a:latin typeface="Calibri"/>
              </a:defRPr>
            </a:pPr>
            <a:r>
              <a:t>Technical Excellence · Innovation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8B5CF6"/>
                </a:solidFill>
                <a:latin typeface="Calibri"/>
              </a:defRPr>
            </a:pPr>
            <a:r>
              <a:t>Development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8B5CF6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Valentino Agazzi Mandozzi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Eren Sakarya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development work and code quality"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B5CF6"/>
                </a:solidFill>
                <a:latin typeface="Calibri"/>
              </a:defRPr>
            </a:pPr>
            <a:r>
              <a:t>Quality · Impact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6B6D4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6B6D4"/>
                </a:solidFill>
                <a:latin typeface="Calibri"/>
              </a:defRPr>
            </a:pPr>
            <a:r>
              <a:t>Team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6B6D4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Alexandr Babich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Sasha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support and collaboration across teams"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6B6D4"/>
                </a:solidFill>
                <a:latin typeface="Calibri"/>
              </a:defRPr>
            </a:pPr>
            <a:r>
              <a:t>Support · Teamwork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C4899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C4899"/>
                </a:solidFill>
                <a:latin typeface="Calibri"/>
              </a:defRPr>
            </a:pPr>
            <a:r>
              <a:t>Cross-Team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C4899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Sergey Orlov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Roman de las Heras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cross-functional collaboration and results"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C4899"/>
                </a:solidFill>
                <a:latin typeface="Calibri"/>
              </a:defRPr>
            </a:pPr>
            <a:r>
              <a:t>Collaboration · Results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84C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84CC16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84CC16"/>
                </a:solidFill>
                <a:latin typeface="Calibri"/>
              </a:defRPr>
            </a:pPr>
            <a:r>
              <a:t>Quality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84CC16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Iurii Kotov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Ana Abuseridze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attention to quality and technical excellence"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84CC16"/>
                </a:solidFill>
                <a:latin typeface="Calibri"/>
              </a:defRPr>
            </a:pPr>
            <a:r>
              <a:t>Quality · Excellence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59E0B"/>
                </a:solidFill>
                <a:latin typeface="Calibri"/>
              </a:defRPr>
            </a:pPr>
            <a:r>
              <a:t>Development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59E0B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Iurii Kotov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Dima 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development skills and problem-solving"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59E0B"/>
                </a:solidFill>
                <a:latin typeface="Calibri"/>
              </a:defRPr>
            </a:pPr>
            <a:r>
              <a:t>Problem Solving · Excellence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2C55E"/>
                </a:solidFill>
                <a:latin typeface="Calibri"/>
              </a:defRPr>
            </a:pPr>
            <a:r>
              <a:t>💰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2C55E"/>
                </a:solidFill>
                <a:latin typeface="Calibri"/>
              </a:defRPr>
            </a:pPr>
            <a:r>
              <a:t>Financial Milestone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22C55E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YoY 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Strong Growth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Company achieved ~$100M gross profit with $20M EBITDA, maintaining 40% year-over-year growth projection.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alibri"/>
              </a:defRPr>
            </a:pPr>
            <a:r>
              <a:t>🎮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8B5CF6"/>
                </a:solidFill>
                <a:latin typeface="Calibri"/>
              </a:defRPr>
            </a:pPr>
            <a:r>
              <a:t>Gaming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8B5CF6"/>
                </a:solidFill>
                <a:latin typeface="Calibri"/>
              </a:defRPr>
            </a:pPr>
            <a:r>
              <a:t>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Retention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Gaming Division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Infinite Minesweeper Achievement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Infinite Minesweeper reached 61% retention rate, significantly outperforming Apple's benchmark ERA of 151-160%.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"Gaming division turned profitable in 2025"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F4444"/>
                </a:solidFill>
                <a:latin typeface="Calibri"/>
              </a:defRPr>
            </a:pPr>
            <a:r>
              <a:t>🔒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F4444"/>
                </a:solidFill>
                <a:latin typeface="Calibri"/>
              </a:defRPr>
            </a:pPr>
            <a:r>
              <a:t>Security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EF4444"/>
                </a:solidFill>
                <a:latin typeface="Calibri"/>
              </a:defRPr>
            </a:pPr>
            <a:r>
              <a:t>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Fraud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Security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Massive Fraud Reduction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Fraud reduced from 22% to under 4% with dynamic SDK signatures implementation.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"18 percentage point improvement in fraud prevention"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3B82F6"/>
                </a:solidFill>
                <a:latin typeface="Calibri"/>
              </a:defRPr>
            </a:pPr>
            <a:r>
              <a:t>🤖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3B82F6"/>
                </a:solidFill>
                <a:latin typeface="Calibri"/>
              </a:defRPr>
            </a:pPr>
            <a:r>
              <a:t>AI Revolution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3B82F6"/>
                </a:solidFill>
                <a:latin typeface="Calibri"/>
              </a:defRPr>
            </a:pPr>
            <a:r>
              <a:t>10x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Productivity Multiplier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AI Agent Future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Every employee will manage 5-10 AI agents within the next 3-6 months, transforming how we work and scale.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59669"/>
                </a:solidFill>
                <a:latin typeface="Calibri"/>
              </a:defRPr>
            </a:pPr>
            <a:r>
              <a:t>💼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59669"/>
                </a:solidFill>
                <a:latin typeface="Calibri"/>
              </a:defRPr>
            </a:pPr>
            <a:r>
              <a:t>Sales Achievement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059669"/>
                </a:solidFill>
                <a:latin typeface="Calibri"/>
              </a:defRPr>
            </a:pPr>
            <a:r>
              <a:t>$390k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Net 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Sales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Weekly Sales Record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Sales team closed 8 deals generating $390k net revenue in a single week.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"Strong momentum in Q1 2026"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