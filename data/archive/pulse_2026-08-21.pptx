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August 21,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Liliya Garifullina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21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For all interviewers: We're AI-native company and we've been deliberate about wh...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"For all interviewers: We're AI-native company and we've been deliberate about where AI belongs in how we work. Hiring is one area where we need to be equally deliberate. We've noticed candidates using AI assistants during live interviews. To be clear on our position: we don't accept AI use in interv"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all, big one for Bidmachine: we just published 's take on why an SDK-first se...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all, big one for Bidmachine: we just published 's take on why an SDK-first setup and ML are central to ad tech. This market POV is worth reading and sharing!"</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https://appodeal.slack.com/archives/C0BBWHBLBNY/p1787062293934359</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"https://appodeal.slack.com/archives/C0BBWHBLBNY/p1787062293934359"</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Gleb Krahotkin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Maria Plendukova received 20× from Viktor Trykolenko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"Maria Plendukova received 20× from Viktor Trykolenko"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Samat received 20× from Zhexuan Qiu</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"Samat received 20× from Zhexuan Qiu"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