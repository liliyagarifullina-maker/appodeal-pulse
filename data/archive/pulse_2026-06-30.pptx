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June 30,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Brandon Salvador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Finance · * United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everyone! Today, everyone received a notification from Rippling asking you to...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everyone! Today, everyone received a notification from Rippling asking you to register your work device. If you've already completed this step, there's nothing else you need to do. If not, please take a couple of minutes to register your laptop/device in Rippling. We're doing this so we have an 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Yury Huz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Maksim Letunovskii received 30× from Viktar Plesko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"Maksim Letunovskii received 30× from Viktar Plesko"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