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Tuesday, May 12,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Emma Syniehubova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May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Office Management team · * Spain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Mariia Moskvina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May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Holding: CTO Office · * Georgia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Viktor Trykolenko received 25× from Ana Abuseridze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"Viktor Trykolenko received 25× from Ana Abuseridze"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Ana Abuseridze Viktar Plesko Adnana Hujdur received 15× from Viktor Trykolenko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"Ana Abuseridze Viktar Plesko Adnana Hujdur received 15× from Viktor Trykolenko"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