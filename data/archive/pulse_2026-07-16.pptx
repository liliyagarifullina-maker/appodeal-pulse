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Thursday, July 16,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Michele di Mauro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July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Unfortunately we couldn’t find FF recording. Team if you recorded it, please sen...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"Unfortunately we couldn’t find FF recording. Team if you recorded it, please send me the link"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Alexandr Zhitlukhin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Nathan Boyer received 30× from Ana Breljak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"Nathan Boyer received 30× from Ana Breljak"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Isahakyan received 20× from Miguel Perez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"Isahakyan received 20× from Miguel Perez"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