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June 04,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Elena Nefedova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June 03</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Mediation: Accelerator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Sergio-Yersi Villegas Pelegrín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June 03</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Data Science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and happy June everyone! With summer just around the corner and vacation seas...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and happy June everyone! With summer just around the corner and vacation season starting to peek over the horizon, it’s the perfect time to celebrate recent wins and milestones. Before we fully dive into June, let’s take a quick look back at May and recap the latest HR updates and highlights May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https://open.spotify.com/episode/0yT4ec9M6GobLC5ByN8pX3?si=1bKooj2EQYaPKyvLsbTyQ...</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"https://open.spotify.com/episode/0yT4ec9M6GobLC5ByN8pX3?si=1bKooj2EQYaPKyvLsbTyQg Loved the founder of Nvidia - Jensen Huang story."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Pavel Golubev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Francesco received 20× from Agustin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"Francesco received 20× from Agustin"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Dima M. received 50× from Isahakyan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"Dima M. received 50× from Isahakyan"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