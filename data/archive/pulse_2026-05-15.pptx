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May 15,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Cagatay Akcam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Turkey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team, Thank you all for joining our All Hands meeting today, and thanks for 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team, Thank you all for joining our All Hands meeting today, and thanks for the great questions and discussion. Here are the materials from the meeting: • Presentation: [link] • Fireflies recording: [link] Also, a reminder that our Engagement survey is available in Leapsome. Please take a few min"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Alexandr Zhitlukhin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On Monday, our Parkland team + gathered for a farewell evening at the current of...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"On Monday, our Parkland team + gathered for a farewell evening at the current office house for a proper send-off Good food, good company, fascinating stories. For our teammates in Warsaw, Barcelona, and remotely - a little context: next week we're moving to a brand new office place A beautiful farmh"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Final reminder for everyone in Barcelona (or nearby) — Barcelona Data Nights is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"Final reminder for everyone in Barcelona (or nearby) — Barcelona Data Nights is happening this Thursday! Join us for an evening of practical AI &amp;amp; engineering talks, networking, pizza, and rooftop conversations This time we’ll be speaking about: • AI coding tools and how they’re changing engineer"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Bootstrapping a Business to $5 Billion in Free Cash Flow | AppLovin’s Adam Foroughi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Alexandr Zhitlukhin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Alexey Akulshin received 10× from Kasia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"Alexey Akulshin received 10× from Kasia"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Samat Maksym Fedorov Anton Balaev Emma received 10× from Kasia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"Samat Maksym Fedorov Anton Balaev Emma received 10× from Kasia"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