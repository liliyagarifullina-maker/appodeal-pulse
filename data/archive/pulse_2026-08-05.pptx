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Wednesday, August 05,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Anush Vardanyan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August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Operational Team · * Spain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Gleb Eliseev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August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UA: Engineering · * Armenia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team and Happy Monday! Let's take a moment to welcome our new Head of Global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team and Happy Monday! Let's take a moment to welcome our new Head of Global Account Management, Supply - , who's joining us today! Camille is a supply and mobile monetization leader with 12+ years of experience in AdTech, spanning app &amp;amp; gaming monetization, programmatic advertising, publishe"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Irina Koval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All - A quick shout-out to the APAC team ( ) for planning and executing an outst...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"All - A quick shout-out to the APAC team ( ) for planning and executing an outstanding ChinaJoy 2026 and the design team for the new design ( ). The attention to detail was exceptional, creating a superior experience for our customers and ensuring everything ran seamlessly for the visiting team ( , 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Paul Childs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ArtKip received 50× from Felipe Bereilh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"ArtKip received 50× from Felipe Bereilh"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Felipe Bereilh ArtKip received 15× from Francesco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"Felipe Bereilh ArtKip received 15× from Francesco"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