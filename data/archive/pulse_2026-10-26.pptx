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October 26,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Vladislav Averianov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25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SQUAD 1 (CTV)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yesterday my LinkedIn profile got hacked. If I’ve sent you some strange message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"yesterday my LinkedIn profile got hacked. If I’ve sent you some strange message or request, that was not me. Still working on getting full control of it."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Alberto Nutricati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Update on Railway outage: The migration is still in progress and may take longer...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"Update on Railway outage: The migration is still in progress and may take longer than expected. Appodeal Life is expected to be back online next week. Thank you for your patience and understanding!"</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Dmitrii Bartasinskii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The second post in our app-ads.txt series is live. This one is about the two lin...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"The second post in our app-ads.txt series is live. This one is about the two lines that end up in the file by copy and paste, MANAGERDOMAIN and INVENTORYPARTNERDOMAIN, and how they can keep demand from reaching an app. Give it a like here and send it on to the publishers you work with. Thank you for"</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How Block Blast harvests its players for ad money</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Rules downloaded from their server decide your pieces, your score and your ads. One waits for an expensive ad, then asks for a hand you can’t place.</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Alexander Petrov</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Roman Rinchinov received 25×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"Roman Rinchinov received 25×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Alexander Petrov, Mitali Devasir, Konstantin Ilchenko and Guillermo Baurier rece...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"Alexander Petrov, Mitali Devasir, Konstantin Ilchenko and Guillermo Baurier received 10× from Samat Kurmanov"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