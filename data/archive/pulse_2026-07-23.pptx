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July 23,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 A quick note on how we think about performance ratings. For the moment,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 A quick note on how we think about performance ratings. For the moment, we rate performance 1–5 each quarter, and I want to be clear about what that number means here. A 3 at Appodeal is not a 3 anywhere else. We hold ourselves to a higher bar than most companies, and our ratings should refl"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Peter Van Kersen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Friendly reminder: there are still two surveys waiting for you in Leapsome! • En...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"Friendly reminder: there are still two surveys waiting for you in Leapsome! • Engagement &amp;amp; Strategy Alignment Survey Only 2 days left! So far, 28.8% of you have shared their feedback. If you haven't had a chance yet, we'd really appreciate hearing your thoughts. Your feedback helps us better und"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 Breljak Shayan Manouchehri received 15× from Viktor Trykolenko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"Ana Breljak Shayan Manouchehri received 15×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Shayan Manouchehri received 50× from Ana Breljak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"Shayan Manouchehri received 50× from Ana Breljak"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