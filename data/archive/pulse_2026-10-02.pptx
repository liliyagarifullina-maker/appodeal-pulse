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October 02,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Viacheslav Skrynnyk</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02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Quality Assurance Platform · * Ukraine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Lance Blick</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02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BidMachine Business · * United States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Kintuk Yadav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02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Finance · * United States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Dmytrii Mamatiusupov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01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Engineering · * Spain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 Today we've launched our new Monthly pulse survey. We realized that we need...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 Today we've launched our new Monthly pulse survey. We realized that we need much more timely feedback than we were getting from the quarterly surveys, and this monthly cadence will allow us to pick up on pressing issues quickly. We've simplified it to 7 questions and it shouldn't take more than"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and &lt;!subteam^S0ANN52P0GH&gt; and DRIs. A few updates and personal thoughts re.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and &lt;!subteam^S0ANN52P0GH&gt; and DRIs. A few updates and personal thoughts re. the current restructuring. Please dedicate a few minutes to read below and take action, where needed: • GP-E is not meant to be compared between squads. Each squad is working on solving a completely different problems. 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Alberto Nutricati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The Meeting Discipline Score formula changes today. The company score drops from...</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"The Meeting Discipline Score formula changes today. The company score drops from 0.75 to 0.54. That is the old formula giving away free points, not anyone's meetings getting worse. Your score, your insights and the company view are here: daily-metrics-production.up.railway.app/meeting-discipline The"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Kristapor Raffi Giragosian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:fire: AppLovin is suing Unity over AD DATA :bangbang:  Yeah... DATA Wars ¯&amp;amp;#92;(ツ)/¯   The Allegation? :point_down::skin-tone-2:  Unity’s Ad Quality SDK collected: :art: Creatives :iphone: User + device data :moneybag: Revenue + engagement :zap: Auction… | Gamigion</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AppLovin is suing Unity over AD DATA Yeah... DATA Wars ¯\(ツ)/¯ The Allegation? Unity’s Ad Quality SDK collected: Creatives User + device data Revenue </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Camille Labat</a:t>
            </a:r>
          </a:p>
        </p:txBody>
      </p:sp>
      <p:sp>
        <p:nvSpPr>
          <p:cNvPr id="9" name="TextBox 8"/>
          <p:cNvSpPr txBox="1"/>
          <p:nvPr/>
        </p:nvSpPr>
        <p:spPr>
          <a:xfrm>
            <a:off x="1097280" y="3291839"/>
            <a:ext cx="457200" cy="365760"/>
          </a:xfrm>
          <a:prstGeom prst="rect">
            <a:avLst/>
          </a:prstGeom>
          <a:noFill/>
        </p:spPr>
        <p:txBody>
          <a:bodyPr wrap="square">
            <a:spAutoFit/>
          </a:bodyPr>
          <a:lstStyle/>
          <a:p>
            <a:pPr algn="l">
              <a:defRPr sz="2200" b="1" i="0">
                <a:solidFill>
                  <a:srgbClr val="5D2CAC"/>
                </a:solidFill>
                <a:latin typeface="Calibri"/>
              </a:defRPr>
            </a:pPr>
            <a:r>
              <a:t>02</a:t>
            </a:r>
          </a:p>
        </p:txBody>
      </p:sp>
      <p:sp>
        <p:nvSpPr>
          <p:cNvPr id="10" name="TextBox 9"/>
          <p:cNvSpPr txBox="1"/>
          <p:nvPr/>
        </p:nvSpPr>
        <p:spPr>
          <a:xfrm>
            <a:off x="1737360" y="3291839"/>
            <a:ext cx="9326880" cy="365760"/>
          </a:xfrm>
          <a:prstGeom prst="rect">
            <a:avLst/>
          </a:prstGeom>
          <a:noFill/>
        </p:spPr>
        <p:txBody>
          <a:bodyPr wrap="square">
            <a:spAutoFit/>
          </a:bodyPr>
          <a:lstStyle/>
          <a:p>
            <a:pPr algn="l">
              <a:defRPr sz="1600" b="1" i="0">
                <a:solidFill>
                  <a:srgbClr val="FFFFFF"/>
                </a:solidFill>
                <a:latin typeface="Calibri"/>
              </a:defRPr>
            </a:pPr>
            <a:r>
              <a:t>What IKEA and the Drug Cartels Know that Mobile Publishers Don't</a:t>
            </a:r>
          </a:p>
        </p:txBody>
      </p:sp>
      <p:sp>
        <p:nvSpPr>
          <p:cNvPr id="11" name="TextBox 10"/>
          <p:cNvSpPr txBox="1"/>
          <p:nvPr/>
        </p:nvSpPr>
        <p:spPr>
          <a:xfrm>
            <a:off x="1737360" y="3611879"/>
            <a:ext cx="9326880" cy="365760"/>
          </a:xfrm>
          <a:prstGeom prst="rect">
            <a:avLst/>
          </a:prstGeom>
          <a:noFill/>
        </p:spPr>
        <p:txBody>
          <a:bodyPr wrap="square">
            <a:spAutoFit/>
          </a:bodyPr>
          <a:lstStyle/>
          <a:p>
            <a:pPr algn="l">
              <a:defRPr sz="1200" b="0" i="0">
                <a:solidFill>
                  <a:srgbClr val="E2E2EA"/>
                </a:solidFill>
                <a:latin typeface="Calibri"/>
              </a:defRPr>
            </a:pPr>
            <a:r>
              <a:t>The Mobile Ad Monetization Newsletter #68 Something wild is happening in mobile ad monetization. It’s one of the few billion-dollar industries where a</a:t>
            </a:r>
          </a:p>
        </p:txBody>
      </p:sp>
      <p:sp>
        <p:nvSpPr>
          <p:cNvPr id="12" name="TextBox 11"/>
          <p:cNvSpPr txBox="1"/>
          <p:nvPr/>
        </p:nvSpPr>
        <p:spPr>
          <a:xfrm>
            <a:off x="1737360" y="3931920"/>
            <a:ext cx="9326880" cy="274320"/>
          </a:xfrm>
          <a:prstGeom prst="rect">
            <a:avLst/>
          </a:prstGeom>
          <a:noFill/>
        </p:spPr>
        <p:txBody>
          <a:bodyPr wrap="square">
            <a:spAutoFit/>
          </a:bodyPr>
          <a:lstStyle/>
          <a:p>
            <a:pPr algn="l">
              <a:defRPr sz="1100" b="0" i="0">
                <a:solidFill>
                  <a:srgbClr val="8F95A3"/>
                </a:solidFill>
                <a:latin typeface="Calibri"/>
              </a:defRPr>
            </a:pPr>
            <a:r>
              <a:t>Shared by Viktor Trykolenko</a:t>
            </a:r>
          </a:p>
        </p:txBody>
      </p:sp>
      <p:sp>
        <p:nvSpPr>
          <p:cNvPr id="13" name="TextBox 12"/>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Ivan Litvinau received 50× from alexander.ignatov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"Ivan Litvinau received 50× from alexander.ignatov"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Alexey Akulshin received 20× from Danila Matveev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"Alexey Akulshin received 20× from Danila Matveev"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