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Friday, June 05,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Volha Kalesnikovich</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June 05</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UA: Media Buying A&amp;amp;F · * Georgia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and happy June everyone! With summer just around the corner and vacation seas...</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and happy June everyone! With summer just around the corner and vacation season starting to peek over the horizon, it’s the perfect time to celebrate recent wins and milestones. Before we fully dive into June, let’s take a quick look back at May and recap the latest HR updates and highlights May "</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Katarzyna Raniszewska</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Dear, Team! A few weeks ago, Pavel shared a short video about AI implementation ...</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"Dear, Team! A few weeks ago, Pavel shared a short video about AI implementation - where we are headed as an organisation. I want to add more depth. The shift is bigger than productivity Most companies are using AI the way they once used the PC or Internet - a better tool to do the same job. Faster. "</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Alexandr Zhitlukhin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Grigorii Nevskii received 20× from Nikita Savransky</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"Grigorii Nevskii received 20× from Nikita Savransky"</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Hierman Pelekh received 10× from Herman Ignatovich</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"Hierman Pelekh received 10× from Herman Ignatovich"</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