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July 14,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Huixin 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Singapore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Performance Assessment Deadline Extended Hi everyone ! First of all, thank you 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"Performance Assessment Deadline Extended Hi everyone ! First of all, thank you to everyone who has already completed your assessments! To give everyone a little more time, we've extended the deadline for completing the Performance Assessment until Tuesday, July 14 (EOD). If you haven't submitted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Sergei Smirnov received 30×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"Sergei Smirnov received 30×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Andrew Bulik received 10× from Sergio-Yersi Villegas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"Andrew Bulik received 10× from Sergio-Yersi Villegas"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