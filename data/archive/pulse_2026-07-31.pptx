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July 31,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Ilya Lozhkin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Exchange Engineering · * Armenia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Elene Tsylosani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Gaming Account Management · * Spain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Dmytro Romantsov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Product · * Netherlands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Tomorrow, will host a session on Agentic Workflows. We'll cover: • use cases and...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"Tomorrow, will host a session on Agentic Workflows. We'll cover: • use cases and practical examples; • deploying on our company infrastructure using AWS Bedrock and Langfuse. Invitations have already been sent to the required attendees. If you're interested in learning more - feel free to join the m"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Mariia Moskvina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We believe no one knows your area of responsibility better than you. Please go 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"We believe no one knows your area of responsibility better than you. Please go to your profile: 1. Find the "My Responsibility" button — the text there is auto-generated from the Knowledge Graph 2. Help us improve it — edit it however you think best reflects what you own and how you contribute (whet"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Mariia Moskvina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Ildar Fatykhov received 10× from Herman Ignatovich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"Ildar Fatykhov received 10× from Herman Ignatovich"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Nikita Mishustin received 10× from Herman Ignatovich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"Nikita Mishustin received 10× from Herman Ignatovich"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