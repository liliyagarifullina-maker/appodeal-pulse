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April 30,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Taisiia Kraiukhina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Marketing A&amp;amp;F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Pavel Duniashev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team, happy Tuesday! Yesterday's party was amazing - tons of fun, everyone 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team, happy Tuesday! Yesterday's party was amazing - tons of fun, everyone was smiling, and the sailing was awesome! We had such a great time together. , thank you for organizing this. I hope you will enjoy some of the photos I took"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 Cherniaev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Why we have the We Give Back group and why it feels like home (2min read). Takin...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"Why we have the We Give Back group and why it feels like home (2min read). Taking care of people has always been at the center of everything I do. Hospitality, events, corporate benefits, travel planning, administrative care have been the thread running through my entire career. At the core of it al"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https://youtu.be/dlPCz8Jwypw?si=q4RdK8MjnK4YuuHz Applovin inspired me to start 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"https://youtu.be/dlPCz8Jwypw?si=q4RdK8MjnK4YuuHz Applovin inspired me to start Appodeal and their founder and CEO Adam has been my mentor for many years now. His business philosophy heavily affects how I think about our company. I encourage you to watch/listen it to get a better idea how we approach"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Gleb Krahotkin received 25× from 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"Gleb Krahotkin received 25× from Olga Petriakova"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