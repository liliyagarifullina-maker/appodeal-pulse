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July 20,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Nikolay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Georgia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Gleb Krahotkin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IT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Andrea Aloisi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 quick note on how we think about performance ratings. For the moment,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 quick note on how we think about performance ratings. For the moment, we rate performance 1–5 each quarter, and I want to be clear about what that number means here. A 3 at Appodeal is not a 3 anywhere else. We hold ourselves to a higher bar than most companies, and our ratings should refl"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received 25× from Viktar Plesko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received 25× from Viktar Plesko"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Guillem Urpí Pavlo received 15×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"Guillem Urpí Pavlo received 15×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