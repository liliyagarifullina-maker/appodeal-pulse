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October 28,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Aleh Mentuz</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Rendering - 8 · * Poland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Alexey Akulshin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27</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Brand DSP Spend - 6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The QBR is over! Our commitments are locked in and even though Appodeal Life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The QBR is over! Our commitments are locked in and even though Appodeal Life is down, real life goes on. We're excited to enter the first true quarter in our new structure: Goal aligned Squads with a DRI and a dedicated team of ICs. We're also incredibly grateful for the DRIs who have stepped up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BidMachine will be at Business of Apps on Nov. 12, with , and on the ground. The...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"BidMachine will be at Business of Apps on Nov. 12, with , and on the ground. The 1:1 booking form is open, the post is live, and your likes and shares help it travel! If you know publishers going to Berlin or based there, send it their way"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we are aiming to have Appodeal Life fully operational around mid-week. If there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"we are aiming to have Appodeal Life fully operational around mid-week. If there is any critical work blocked please message me directly. Thank you all for your patience"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Kristapor Raffi Giragosian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Competition, Intensity &amp;amp; Building a $115 Billion Global Bank | Nik Storonsky, Revolut</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Alexander Petrov</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Roman Rinchinov received 25× from Anna Timoshenko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"Roman Rinchinov received 25× from Anna Timoshenko"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