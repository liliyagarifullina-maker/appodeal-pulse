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October 30,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Maksym Hrach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Brand DSP Spend - 6 · * Ukraine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Appodeal Life is back up and running The platform is live again at its new home:...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"Appodeal Life is back up and running The platform is live again at its new home: pulse.appodeal.com If you run into anything that used to work and now doesn't, please drop a note in &lt;#C0AKSTZBY7P&gt; and we'll take a look. Thanks for your patience!"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Dmitrii Bartasinskii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aiming to be back live with Appodeal life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"aiming to be back live with Appodeal life today"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Kristapor Raffi Giragosian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Two posts on Linkedin today: · We're heading to New York for AdExchanger’s Top W...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"Two posts on Linkedin today: · We're heading to New York for AdExchanger’s Top Women in Media &amp;amp; Ad Tech Awards gala. Let's make the most of it and help our team connect with partners and potential clients while they're there. · Business of Apps has named us one of the leading UA platforms out th"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Radek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Alina Li received 15× from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"Alina Li received 15× from Anna Timoshenko"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Gleb Krahotkin received 50× from Anton Nikifarau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"Gleb Krahotkin received 50× from Anton Nikifarau"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