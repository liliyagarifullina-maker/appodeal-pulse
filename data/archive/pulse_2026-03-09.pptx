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March 09,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Yanina Lozben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Irina Koval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Francesco Cerigioni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Iryna Peretiatko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