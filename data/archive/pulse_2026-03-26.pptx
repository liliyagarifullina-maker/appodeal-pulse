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March 26,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and happy Monday Welcome * - our new Senior Solution Architect He’s join...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and happy Monday Welcome * - our new Senior Solution Architect He’s joining our Exchange team A couple of words about himself: “Hi everyone! I’m Shayan, and I’m super excited to join the team! I’m from Barcelona, and I’ve spent the last few years at Criteo. I’m really looking forward to gett"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Yanina Lozben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 Welcome - our new AI &amp;amp; Automation Analyst He’s joining our IT tea...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 Welcome - our new AI &amp;amp; Automation Analyst He’s joining our IT team. A couple of words about himself:* "Hi everyone, I’m Roman, and I’m excited to join Appodeal as an AI &amp;amp; Automation Analyst, working directly with Pavel in the Parkland office. My background is in software engineeri"</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Daryna Rudavka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We are moving to corporate AI tool accounts to better track usage and scale best...</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"We are moving to corporate AI tool accounts to better track usage and scale best practices. Existing personal subscriptions will remain active until they expire and will not be renewed. Personal payment cards for ChatGPT, Claude, and Cursor will be disabled. To access corporate accounts, log in via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Mariia Moskvina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Alexandr Babich Elina Tsylosani Sasha Sakovich received 16× from Sasha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"Alexandr Babich Elina Tsylosani Sasha Sakovich received 16× from Sasha"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Sasha Sakovich received 20× from anna.kaliada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"Sasha Sakovich received 20× from anna.kaliada"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