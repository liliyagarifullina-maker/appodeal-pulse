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July 27,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С лёгким паром! Enjoy your bath! A relaxing hot and ice cold end of our work wee...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"С лёгким паром! Enjoy your bath! A relaxing hot and ice cold end of our work week"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Wojo received 25× from ArtKip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"Wojo received 25× from ArtKip"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glavatskikh received 50× from Dzmitry Paplauski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"glavatskikh received 50× from Dzmitry Paplauski"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