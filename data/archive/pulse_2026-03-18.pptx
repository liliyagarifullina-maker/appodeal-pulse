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March 18,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6B6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Anna Kolyada (Hanna Kaliada)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Thanks all!! :heart: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6B6B"/>
                </a:solidFill>
                <a:latin typeface="Calibri"/>
              </a:defRPr>
            </a:pPr>
            <a:r>
              <a:t>General Manager | Chardonnay Partners (Gaming) | Barcelona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Calibri"/>
              </a:defRPr>
            </a:pPr>
            <a:r>
              <a:t>🎉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DC4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Armaan Pandher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Amazing year ahead filled with exciting challenges, big wins, and countless reasons to smile every day!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ECDC4"/>
                </a:solidFill>
                <a:latin typeface="Calibri"/>
              </a:defRPr>
            </a:pPr>
            <a:r>
              <a:t>AI &amp; Automation Analyst | Parkland, FL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🚀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B59B6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Mikhail Ladutko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year ahead filled with success and joy!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9B59B6"/>
                </a:solidFill>
                <a:latin typeface="Calibri"/>
              </a:defRPr>
            </a:pPr>
            <a:r>
              <a:t>LiveOps / Tech Support | Bidmachine | Warsaw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74C3C"/>
                </a:solidFill>
                <a:latin typeface="Calibri"/>
              </a:defRPr>
            </a:pPr>
            <a:r>
              <a:t>Outstanding Recognition!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74C3C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Alessandro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training delivery with careful attention to detail and note-taking"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74C3C"/>
                </a:solidFill>
                <a:latin typeface="Calibri"/>
              </a:defRPr>
            </a:pPr>
            <a:r>
              <a:t>Excellence · Knowledge Sharing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🔥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498DB"/>
                </a:solidFill>
                <a:latin typeface="Calibri"/>
              </a:defRPr>
            </a:pPr>
            <a:r>
              <a:t>Team Excellence!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498DB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Sasha Sakovich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Anton Nikifarau, Nikolai Rozanov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collaboration and technical expertise in app growth automation"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498DB"/>
                </a:solidFill>
                <a:latin typeface="Calibri"/>
              </a:defRPr>
            </a:pPr>
            <a:r>
              <a:t>Teamwork · 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⭐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B59B6"/>
                </a:solidFill>
                <a:latin typeface="Calibri"/>
              </a:defRPr>
            </a:pPr>
            <a:r>
              <a:t>Technical Leadership!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B59B6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Konstantin Elizarov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Kanstantsin Shuryhin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technical problem-solving and system optimization"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B59B6"/>
                </a:solidFill>
                <a:latin typeface="Calibri"/>
              </a:defRPr>
            </a:pPr>
            <a:r>
              <a:t>Excellence · Technical Mastery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🎯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7AE60"/>
                </a:solidFill>
                <a:latin typeface="Calibri"/>
              </a:defRPr>
            </a:pPr>
            <a:r>
              <a:t>Supply Account Management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27AE60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publisher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BidMachine Exchange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Growing Account Portfolio Drives New Hiring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Our supply-side account management team is expanding to handle the growing portfolio of enterprise publisher relationships, focusing on C-level conversations and technical monetization 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"Strong demand signals healthy business growth and market position"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Calibri"/>
              </a:defRPr>
            </a:pPr>
            <a:r>
              <a:t>🧠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67E22"/>
                </a:solidFill>
                <a:latin typeface="Calibri"/>
              </a:defRPr>
            </a:pPr>
            <a:r>
              <a:t>AI Workflow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E67E2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hours vs 1.5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Development Time Slashed by 95% with AI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Our development team achieved breakthrough efficiency by integrating AI agents into workflows. Complex features that previously took 1-1.5 weeks now complete in just 5 hours, with automated JIRA integration and GitHub PR creation.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📊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498DB"/>
                </a:solidFill>
                <a:latin typeface="Calibri"/>
              </a:defRPr>
            </a:pPr>
            <a:r>
              <a:t>BidMachine Market Dominance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3498DB"/>
                </a:solidFill>
                <a:latin typeface="Calibri"/>
              </a:defRPr>
            </a:pPr>
            <a:r>
              <a:t>3.9%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wallet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Exchange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Outperforming Major Competitors in Key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BidMachine consistently maintains higher wallet share than DT Exchange and outperforms competitors like Liftoff and Fiber DT, demonstrating sustainable competitive advantage beyond one-time gains.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"Strong market position validates our exchange strategy"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🚀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B59B6"/>
                </a:solidFill>
                <a:latin typeface="Calibri"/>
              </a:defRPr>
            </a:pPr>
            <a:r>
              <a:t>Gaming Automation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9B59B6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Mac mini devices deployed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AI-Powered Game Testing Achieves 2-3 Second Response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Our gaming automation infrastructure now processes LLM requests in 2-3 seconds using YOLO object detection across 50 Mac mini devices in London and California. Automated scout systems generate game specifications for enhanced testing efficiency.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6A085"/>
                </a:solidFill>
                <a:latin typeface="Calibri"/>
              </a:defRPr>
            </a:pPr>
            <a:r>
              <a:t>📚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6A085"/>
                </a:solidFill>
                <a:latin typeface="Calibri"/>
              </a:defRPr>
            </a:pPr>
            <a:r>
              <a:t>OKR System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4 Disciplines of Execution Book 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6A085"/>
                </a:solidFill>
                <a:latin typeface="Calibri"/>
              </a:defRPr>
            </a:pPr>
            <a:r>
              <a:t>Ongoing Weekly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Our Passionate Curiosity Reading Club is streamlining company focus by reducing initiatives from 80 to 4-5 next quarter. The goal: better alignment, fewer OKRs, and enhanced collective impact across all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146 participants strong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⚡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74C3C"/>
                </a:solidFill>
                <a:latin typeface="Calibri"/>
              </a:defRPr>
            </a:pPr>
            <a:r>
              <a:t>Incident Response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E74C3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hours target MTTA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Data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Targeting Sub-6-Hour Incident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New weekly on-call scheduling and clear incident vs. bug-fix distinctions aim to dramatically improve response times from current 50-hour acknowledgment and 119-hour resolution averages.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"Operational excellence drives better system reliability"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39C12"/>
                </a:solidFill>
                <a:latin typeface="Calibri"/>
              </a:defRPr>
            </a:pPr>
            <a:r>
              <a:t>🎮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39C12"/>
                </a:solidFill>
                <a:latin typeface="Calibri"/>
              </a:defRPr>
            </a:pPr>
            <a:r>
              <a:t>Campaign Optimization Breakthrough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39C1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bundles optimized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Bundle Strategy Refinement Drives Better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Strategic removal of four underperforming Android and iOS bundles, coupled with CPI model transitions for better volume handling. Supply path optimizations address competitor restrictions while maintaining spend efficiency.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E44AD"/>
                </a:solidFill>
                <a:latin typeface="Calibri"/>
              </a:defRPr>
            </a:pPr>
            <a:r>
              <a:t>🔒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E44AD"/>
                </a:solidFill>
                <a:latin typeface="Calibri"/>
              </a:defRPr>
            </a:pPr>
            <a:r>
              <a:t>SDK Innovation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8E44AD"/>
                </a:solidFill>
                <a:latin typeface="Calibri"/>
              </a:defRPr>
            </a:pPr>
            <a:r>
              <a:t>3.6.1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SDK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Enhanced Privacy Controls and Install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Android inline install support launches in SDK 3.6.1 with privacy-compliant GDPR TCF 2.3 integration. Click data sharing with UpGrowth enables production-ready analytics by Q2 with differentiated install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🧘‍♀️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7AE60"/>
                </a:solidFill>
                <a:latin typeface="Calibri"/>
              </a:defRPr>
            </a:pPr>
            <a:r>
              <a:t>Daily Wellness Ritual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Office Yoga Sessions Keep Our Team Centered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"Every day at 13:10 CET, Anna Kolyada leads yoga sessions that bring mindfulness to our busy workday"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Team Wellness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AE60"/>
                </a:solidFill>
                <a:latin typeface="Calibri"/>
              </a:defRPr>
            </a:pPr>
            <a:r>
              <a:t>🧘‍♀️✨💚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#wellness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🎯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498DB"/>
                </a:solidFill>
                <a:latin typeface="Calibri"/>
              </a:defRPr>
            </a:pPr>
            <a:r>
              <a:t>Book Club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3498DB"/>
                </a:solidFill>
                <a:latin typeface="Calibri"/>
              </a:defRPr>
            </a:pPr>
            <a:r>
              <a:t>140+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active participants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140+ Participants Drive Knowledge Sharing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Our 'Passionate Curiosity' Book Club has become a cornerstone of our learning culture, with 140+ team members actively participating in strategic discussions around execution and goal achievement.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Calibri"/>
              </a:defRPr>
            </a:pPr>
            <a:r>
              <a:t>💎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67E22"/>
                </a:solidFill>
                <a:latin typeface="Calibri"/>
              </a:defRPr>
            </a:pPr>
            <a:r>
              <a:t>Gaming Portfolio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E67E22"/>
                </a:solidFill>
                <a:latin typeface="Calibri"/>
              </a:defRPr>
            </a:pPr>
            <a:r>
              <a:t>61%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retention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Chardonnay Gaming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Infinite Minesweeper Exceeds Apple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Our Infinite Minesweeper achieved 61% retention, significantly outperforming industry standards. Combined with Solitaire's +21.67% D7 retention boost and Crossword's 200%+ ROAS, gaming has turned profitable in 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"Strategic focus on casual gaming pays dividends"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🛡️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74C3C"/>
                </a:solidFill>
                <a:latin typeface="Calibri"/>
              </a:defRPr>
            </a:pPr>
            <a:r>
              <a:t>Fraud Prevention Victory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E74C3C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fraud rate (down from 22%)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Dynamic SDK Signatures Cut Fraud by 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Our advanced fraud detection system with dynamic SDK signatures has dramatically reduced fraud rates from 22% to under 4%, protecting both our partners and revenue streams through intelligent detection algorithms.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💰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7AE60"/>
                </a:solidFill>
                <a:latin typeface="Calibri"/>
              </a:defRPr>
            </a:pPr>
            <a:r>
              <a:t>Sales Excellence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27AE60"/>
                </a:solidFill>
                <a:latin typeface="Calibri"/>
              </a:defRPr>
            </a:pPr>
            <a:r>
              <a:t>$390k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net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Sales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8 Deals Closed in Single Week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Our sales team delivered exceptional results with 8 successful deal closures generating $390k in net revenue, demonstrating strong market demand and effective sales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"Consistent sales performance drives sustainable growth"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🤖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B59B6"/>
                </a:solidFill>
                <a:latin typeface="Calibri"/>
              </a:defRPr>
            </a:pPr>
            <a:r>
              <a:t>AI Integration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9B59B6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OKRs audited daily by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Every Employee to Manage 5-10 AI Agents Soon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Within 3-6 months, every team member will manage 5-10 AI agents as we transform into an AI-first organization. Our OKR Auditor already checks 1,000+ individual OKRs daily, while Daria AI Bot saves $4k weekly analyzing app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