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Tuesday, April 28,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Kanstantsin Shuryhin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April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Mediation: Customer Success A&amp;amp;F · * Belarus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 I’ve drafted a north-star document on how we approach learning integratio...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 I’ve drafted a north-star document on how we approach learning integration at Appodeal. It connects the WIG, our culture work, and the AI adoption strategy into one system. Doc: Learnings Integration at Appodeal This is a draft. I want everyone — engineering, HR, management, ICs — to read it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Two OKR decisions — effective immediately: 1. We’re retiring the term “Rocks.” 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"Two OKR decisions — effective immediately: 1. We’re retiring the term “Rocks.” Going forward, we use Key Results (KRs) only. Let’s rename Key results where we have word “Rocks” by the end of the week. 2. Every objective should have a maximum of 5 KRs."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Alexandr Zhitlukhin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Why we have the We Give Back group and why it feels like home (2min read). Takin...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"Why we have the We Give Back group and why it feels like home (2min read). Taking care of people has always been at the center of everything I do. Hospitality, events, corporate benefits, travel planning, administrative care have been the thread running through my entire career. At the core of it al"</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Oxana Drake</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Gleb Krahotkin received 25× from Olga Petriakova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"Gleb Krahotkin received 25× from Olga Petriakova"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Dario Hernandez received 50× from Roman de las Heras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"Dario Hernandez received 50× from Roman de las Heras"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