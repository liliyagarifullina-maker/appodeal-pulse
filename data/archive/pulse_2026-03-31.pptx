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March 31,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Alex Cherniaev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Pavlo Cherevko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team, Big personal news — I became a dad for the second time! Feeling incred...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team, Big personal news — I became a dad for the second time! Feeling incredibly happy and wanted to share the joy with you all. Stepping away for family duties — back soon!"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Ivan Khorev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Hello everyone! and I love to share the results of the &lt;#C0AH0HFNK9Q&gt; First of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"Hello everyone! and I love to share the results of the &lt;#C0AH0HFNK9Q&gt; First of all - a huge thank you to everyone who took part. You made this challenge truly awesome Here are some highlights: • 97 members in the &lt;#C0AH0HFNK9Q&gt; Slack channel • 62 participants in our GitHub organization • 44 active G"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Gleb Krahotkin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__ Adding to what said — and he said it well. I want to give some longer context...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"__ Adding to what said — and he said it well. I want to give some longer context, because this quarter deserves it. For years we struggled to build the DSP. Not just with engineering problems — with something harder to fix: individual egos getting in the way of the right decisions, poor understandin"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Valentino Agazzi Mandozzi Alex Maljkovic received 25× from Cagatay Akcam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"Valentino Agazzi Mandozzi Alex Maljkovic received 25× from Cagatay Akcam"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Ildar Fatykhov received 20× from Michele di Mauro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"Ildar Fatykhov received 20× from Michele di Mauro"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