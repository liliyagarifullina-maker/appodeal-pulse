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Thursday, March 19,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  <a:latin typeface="Calibri"/>
              </a:defRPr>
            </a:pPr>
            <a:r>
              <a:t>🎉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6B6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Aleksandr Demenko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Thank you all for the warm wishes! Really appreciate everyone taking the time to celebrate with 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6B6B"/>
                </a:solidFill>
                <a:latin typeface="Calibri"/>
              </a:defRPr>
            </a:pPr>
            <a:r>
              <a:t>Community Management &amp; Lead Qualification | Appodeal Marketing team | Remote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ECDC4"/>
                </a:solidFill>
                <a:latin typeface="Calibri"/>
              </a:defRPr>
            </a:pPr>
            <a:r>
              <a:t>👏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ECDC4"/>
                </a:solidFill>
                <a:latin typeface="Calibri"/>
              </a:defRPr>
            </a:pPr>
            <a:r>
              <a:t>Outstanding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4ECDC4"/>
                </a:solidFill>
                <a:latin typeface="Calibri"/>
              </a:defRPr>
            </a:pPr>
            <a: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Taha, Alessandro, Francesco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Alessandro Bianchi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"Exceptional training delivery and thoughtful note-taking during sessions"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4ECDC4"/>
                </a:solidFill>
                <a:latin typeface="Calibri"/>
              </a:defRPr>
            </a:pPr>
            <a:r>
              <a:t>Excellence · Knowledge Sharing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901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9013FE"/>
                </a:solidFill>
                <a:latin typeface="Calibri"/>
              </a:defRPr>
            </a:pPr>
            <a:r>
              <a:t>🚀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9013FE"/>
                </a:solidFill>
                <a:latin typeface="Calibri"/>
              </a:defRPr>
            </a:pPr>
            <a:r>
              <a:t>Data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9013FE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Sasha Sakovich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Anton Nikifarau, Nikolai Rozanov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"Outstanding automation engineering work"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9013FE"/>
                </a:solidFill>
                <a:latin typeface="Calibri"/>
              </a:defRPr>
            </a:pPr>
            <a:r>
              <a:t>Innovation · Technical Excellence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5722"/>
                </a:solidFill>
                <a:latin typeface="Calibri"/>
              </a:defRPr>
            </a:pPr>
            <a:r>
              <a:t>🔥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5722"/>
                </a:solidFill>
                <a:latin typeface="Calibri"/>
              </a:defRPr>
            </a:pPr>
            <a:r>
              <a:t>Team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5722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Giulia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Katsiaryna Yemialyanenka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"Excellent project management and coordination"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5722"/>
                </a:solidFill>
                <a:latin typeface="Calibri"/>
              </a:defRPr>
            </a:pPr>
            <a:r>
              <a:t>Teamwork · Leadership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CAF50"/>
                </a:solidFill>
                <a:latin typeface="Calibri"/>
              </a:defRPr>
            </a:pPr>
            <a:r>
              <a:t>🌍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CAF50"/>
                </a:solidFill>
                <a:latin typeface="Calibri"/>
              </a:defRPr>
            </a:pPr>
            <a:r>
              <a:t>Global Team Spirit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Austrian Adventures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"Greetings from Austria! 🇦🇹"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Dmitrii Rodionov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2120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4CAF50"/>
                </a:solidFill>
                <a:latin typeface="Calibri"/>
              </a:defRPr>
            </a:pPr>
            <a:r>
              <a:t>🚀×29, 💖×17, 🤩×7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#general-chat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F51B5"/>
                </a:solidFill>
                <a:latin typeface="Calibri"/>
              </a:defRPr>
            </a:pPr>
            <a:r>
              <a:t>⚡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3F51B5"/>
                </a:solidFill>
                <a:latin typeface="Calibri"/>
              </a:defRPr>
            </a:pPr>
            <a:r>
              <a:t>AI-Powered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3F51B5"/>
                </a:solidFill>
                <a:latin typeface="Calibri"/>
              </a:defRPr>
            </a:pPr>
            <a:r>
              <a:t>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AI Agents per Employee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Revolutionary AI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Our company is pioneering the future of work with AI agents. Every team member will soon manage 5-10 AI agents, transforming productivity across all departments.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9800"/>
                </a:solidFill>
                <a:latin typeface="Calibri"/>
              </a:defRPr>
            </a:pPr>
            <a:r>
              <a:t>📊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9800"/>
                </a:solidFill>
                <a:latin typeface="Calibri"/>
              </a:defRPr>
            </a:pPr>
            <a:r>
              <a:t>Automation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9800"/>
                </a:solidFill>
                <a:latin typeface="Calibri"/>
              </a:defRPr>
            </a:pPr>
            <a:r>
              <a:t>1,000+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daily OKR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AI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Smart Performance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Our OKR Auditor automatically analyzes over 1,000 individual objectives daily, ensuring company-wide alignment and accountability.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"Embracing AI for operational excellence"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196F3"/>
                </a:solidFill>
                <a:latin typeface="Calibri"/>
              </a:defRPr>
            </a:pPr>
            <a:r>
              <a:t>🏢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2196F3"/>
                </a:solidFill>
                <a:latin typeface="Calibri"/>
              </a:defRPr>
            </a:pPr>
            <a:r>
              <a:t>Supply Strategy Enhancement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2196F3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Target Market Share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Strategic Hiring Initiative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Expanding our supply mediation capabilities with new Head of Supply hire, strengthening collaboration and increasing client market share through enhanced operational structure.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9C27B0"/>
                </a:solidFill>
                <a:latin typeface="Calibri"/>
              </a:defRPr>
            </a:pPr>
            <a:r>
              <a:t>🔬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9C27B0"/>
                </a:solidFill>
                <a:latin typeface="Calibri"/>
              </a:defRPr>
            </a:pPr>
            <a:r>
              <a:t>Product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9C27B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optimization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RevOps &amp; Data Science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Advanced ML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Implementing sophisticated machine learning models for Conversion Rate, User Value, and Win Rate optimization to dramatically improve ROAS and reduce advertising costs.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"Data science driving revenue growth"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CAF50"/>
                </a:solidFill>
                <a:latin typeface="Calibri"/>
              </a:defRPr>
            </a:pPr>
            <a:r>
              <a:t>🎮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CAF50"/>
                </a:solidFill>
                <a:latin typeface="Calibri"/>
              </a:defRPr>
            </a:pPr>
            <a:r>
              <a:t>Gaming Success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4CAF50"/>
                </a:solidFill>
                <a:latin typeface="Calibri"/>
              </a:defRPr>
            </a:pPr>
            <a:r>
              <a:t>232%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EROS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Infinite Minesweeper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Strong advertising campaign results with 232% EROS performance last month. Budget scaling from under $100k to $150-160k based on exceptional user acquisition metrics.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607D8B"/>
                </a:solidFill>
                <a:latin typeface="Calibri"/>
              </a:defRPr>
            </a:pPr>
            <a:r>
              <a:t>🛡️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607D8B"/>
                </a:solidFill>
                <a:latin typeface="Calibri"/>
              </a:defRPr>
            </a:pPr>
            <a:r>
              <a:t>Security Enhancement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607D8B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Full Implementation 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Repository Protection Initiative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Rolling out unified security standards across all internal GitHub repositories, implementing protected branches and automated pull request workflows to minimize code risks.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C107"/>
                </a:solidFill>
                <a:latin typeface="Calibri"/>
              </a:defRPr>
            </a:pPr>
            <a:r>
              <a:t>🌟  WEEKLY RITUAL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C107"/>
                </a:solidFill>
                <a:latin typeface="Calibri"/>
              </a:defRPr>
            </a:pPr>
            <a:r>
              <a:t>Tuesday Team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Another Day of Building Excellence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What breakthrough moment made your day?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Which teammate inspired you today?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We BUILD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