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July 28,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Q2 Performance Assessments are now available! The calibration process has b...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Q2 Performance Assessments are now available! The calibration process has been completed, and the assessment results have now been shared through Leapsome. You should receive a notification shortly and be able to access your assessment in the platform. Managers, the next step is the most import"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Artem Babenok received 20× from Aleksandr Drozdov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"Artem Babenok received 20× from Aleksandr Drozdov"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